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5"/>
  </p:notesMasterIdLst>
  <p:sldIdLst>
    <p:sldId id="275" r:id="rId3"/>
    <p:sldId id="25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B0ABD-DC52-40C7-B979-60DCEEE2B06F}" v="48" dt="2026-05-01T15:08:51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824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Nicholson" userId="6c965aa8-c44f-4320-89e8-7d79d5a0c0b9" providerId="ADAL" clId="{1AF3F0FF-B6D8-4805-B8B6-0862ADD7ED09}"/>
    <pc:docChg chg="undo redo custSel addSld delSld modSld sldOrd">
      <pc:chgData name="Joshua Nicholson" userId="6c965aa8-c44f-4320-89e8-7d79d5a0c0b9" providerId="ADAL" clId="{1AF3F0FF-B6D8-4805-B8B6-0862ADD7ED09}" dt="2026-05-01T15:39:17.355" v="1876" actId="14100"/>
      <pc:docMkLst>
        <pc:docMk/>
      </pc:docMkLst>
      <pc:sldChg chg="addSp delSp modSp mod setBg">
        <pc:chgData name="Joshua Nicholson" userId="6c965aa8-c44f-4320-89e8-7d79d5a0c0b9" providerId="ADAL" clId="{1AF3F0FF-B6D8-4805-B8B6-0862ADD7ED09}" dt="2026-05-01T15:39:17.355" v="1876" actId="14100"/>
        <pc:sldMkLst>
          <pc:docMk/>
          <pc:sldMk cId="0" sldId="256"/>
        </pc:sldMkLst>
        <pc:spChg chg="mod">
          <ac:chgData name="Joshua Nicholson" userId="6c965aa8-c44f-4320-89e8-7d79d5a0c0b9" providerId="ADAL" clId="{1AF3F0FF-B6D8-4805-B8B6-0862ADD7ED09}" dt="2026-05-01T15:37:25.611" v="1866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5:06:38.181" v="178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02:34:35.133" v="538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3:36:56.168" v="153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3:36:46.569" v="1526" actId="14100"/>
          <ac:spMkLst>
            <pc:docMk/>
            <pc:sldMk cId="0" sldId="256"/>
            <ac:spMk id="8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44.148" v="1864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52.788" v="1865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52.788" v="1865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44.148" v="1864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52.788" v="1865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52.788" v="1865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44.148" v="1864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52.788" v="1865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Joshua Nicholson" userId="6c965aa8-c44f-4320-89e8-7d79d5a0c0b9" providerId="ADAL" clId="{1AF3F0FF-B6D8-4805-B8B6-0862ADD7ED09}" dt="2026-05-01T15:19:52.788" v="1865" actId="47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5:39:17.355" v="1876" actId="1410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3:42:55.673" v="1650" actId="2057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03:27:25.302" v="1056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3:43:01.944" v="1652" actId="2057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3:18.110" v="1732" actId="2057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5:55.776" v="1741" actId="164"/>
          <ac:spMkLst>
            <pc:docMk/>
            <pc:sldMk cId="0" sldId="256"/>
            <ac:spMk id="3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5:55.776" v="1741" actId="164"/>
          <ac:spMkLst>
            <pc:docMk/>
            <pc:sldMk cId="0" sldId="256"/>
            <ac:spMk id="3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5:55.776" v="1741" actId="164"/>
          <ac:spMkLst>
            <pc:docMk/>
            <pc:sldMk cId="0" sldId="256"/>
            <ac:spMk id="34" creationId="{00000000-0000-0000-0000-000000000000}"/>
          </ac:spMkLst>
        </pc:spChg>
        <pc:spChg chg="mod ord">
          <ac:chgData name="Joshua Nicholson" userId="6c965aa8-c44f-4320-89e8-7d79d5a0c0b9" providerId="ADAL" clId="{1AF3F0FF-B6D8-4805-B8B6-0862ADD7ED09}" dt="2026-05-01T14:58:01.637" v="1768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6:12.334" v="1743" actId="164"/>
          <ac:spMkLst>
            <pc:docMk/>
            <pc:sldMk cId="0" sldId="256"/>
            <ac:spMk id="3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6:12.334" v="1743" actId="164"/>
          <ac:spMkLst>
            <pc:docMk/>
            <pc:sldMk cId="0" sldId="256"/>
            <ac:spMk id="3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6:12.334" v="1743" actId="164"/>
          <ac:spMkLst>
            <pc:docMk/>
            <pc:sldMk cId="0" sldId="256"/>
            <ac:spMk id="4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4:57:50.908" v="1767" actId="107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03:17:11.666" v="777" actId="107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03:17:17.863" v="778" actId="107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03:05:54.698" v="669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3:34:55.153" v="1512" actId="20577"/>
          <ac:spMkLst>
            <pc:docMk/>
            <pc:sldMk cId="0" sldId="256"/>
            <ac:spMk id="5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03:05:09.654" v="663" actId="107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03:05:16.026" v="664" actId="1076"/>
          <ac:spMkLst>
            <pc:docMk/>
            <pc:sldMk cId="0" sldId="256"/>
            <ac:spMk id="6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1T13:38:57.173" v="1638" actId="27636"/>
          <ac:spMkLst>
            <pc:docMk/>
            <pc:sldMk cId="0" sldId="256"/>
            <ac:spMk id="69" creationId="{0125FDB7-D2A4-DC2D-60E9-D54F91429212}"/>
          </ac:spMkLst>
        </pc:spChg>
        <pc:spChg chg="add mod">
          <ac:chgData name="Joshua Nicholson" userId="6c965aa8-c44f-4320-89e8-7d79d5a0c0b9" providerId="ADAL" clId="{1AF3F0FF-B6D8-4805-B8B6-0862ADD7ED09}" dt="2026-05-01T02:16:31.831" v="248" actId="20577"/>
          <ac:spMkLst>
            <pc:docMk/>
            <pc:sldMk cId="0" sldId="256"/>
            <ac:spMk id="70" creationId="{7333BA8E-B4C2-3C8B-EDF4-7762A707FD27}"/>
          </ac:spMkLst>
        </pc:spChg>
        <pc:spChg chg="add mod ord">
          <ac:chgData name="Joshua Nicholson" userId="6c965aa8-c44f-4320-89e8-7d79d5a0c0b9" providerId="ADAL" clId="{1AF3F0FF-B6D8-4805-B8B6-0862ADD7ED09}" dt="2026-05-01T03:05:54.698" v="669" actId="1076"/>
          <ac:spMkLst>
            <pc:docMk/>
            <pc:sldMk cId="0" sldId="256"/>
            <ac:spMk id="71" creationId="{B1B52719-4A6E-261B-F534-7DED821BEF49}"/>
          </ac:spMkLst>
        </pc:spChg>
        <pc:spChg chg="add mod">
          <ac:chgData name="Joshua Nicholson" userId="6c965aa8-c44f-4320-89e8-7d79d5a0c0b9" providerId="ADAL" clId="{1AF3F0FF-B6D8-4805-B8B6-0862ADD7ED09}" dt="2026-05-01T03:05:54.698" v="669" actId="1076"/>
          <ac:spMkLst>
            <pc:docMk/>
            <pc:sldMk cId="0" sldId="256"/>
            <ac:spMk id="72" creationId="{BF67929B-7C01-B08C-EB48-9956BAAD400B}"/>
          </ac:spMkLst>
        </pc:spChg>
        <pc:spChg chg="add mod">
          <ac:chgData name="Joshua Nicholson" userId="6c965aa8-c44f-4320-89e8-7d79d5a0c0b9" providerId="ADAL" clId="{1AF3F0FF-B6D8-4805-B8B6-0862ADD7ED09}" dt="2026-05-01T03:05:54.698" v="669" actId="1076"/>
          <ac:spMkLst>
            <pc:docMk/>
            <pc:sldMk cId="0" sldId="256"/>
            <ac:spMk id="73" creationId="{EB43A6C6-3D81-E672-B3D8-308667E6E375}"/>
          </ac:spMkLst>
        </pc:spChg>
        <pc:grpChg chg="add mod ord">
          <ac:chgData name="Joshua Nicholson" userId="6c965aa8-c44f-4320-89e8-7d79d5a0c0b9" providerId="ADAL" clId="{1AF3F0FF-B6D8-4805-B8B6-0862ADD7ED09}" dt="2026-05-01T14:57:04.454" v="1762" actId="1037"/>
          <ac:grpSpMkLst>
            <pc:docMk/>
            <pc:sldMk cId="0" sldId="256"/>
            <ac:grpSpMk id="74" creationId="{0F0A85E7-43C7-AFB7-8F18-B6E5FD74FD43}"/>
          </ac:grpSpMkLst>
        </pc:grpChg>
        <pc:grpChg chg="add mod">
          <ac:chgData name="Joshua Nicholson" userId="6c965aa8-c44f-4320-89e8-7d79d5a0c0b9" providerId="ADAL" clId="{1AF3F0FF-B6D8-4805-B8B6-0862ADD7ED09}" dt="2026-05-01T14:57:17.565" v="1764" actId="14100"/>
          <ac:grpSpMkLst>
            <pc:docMk/>
            <pc:sldMk cId="0" sldId="256"/>
            <ac:grpSpMk id="75" creationId="{D51652C2-B63F-F6C0-A5EB-2D4C2308F720}"/>
          </ac:grpSpMkLst>
        </pc:grpChg>
        <pc:graphicFrameChg chg="mod modGraphic">
          <ac:chgData name="Joshua Nicholson" userId="6c965aa8-c44f-4320-89e8-7d79d5a0c0b9" providerId="ADAL" clId="{1AF3F0FF-B6D8-4805-B8B6-0862ADD7ED09}" dt="2026-05-01T13:34:32.977" v="1476" actId="20577"/>
          <ac:graphicFrameMkLst>
            <pc:docMk/>
            <pc:sldMk cId="0" sldId="256"/>
            <ac:graphicFrameMk id="67" creationId="{32774EE3-114E-A2B2-7AE5-4BAB70F1C5C9}"/>
          </ac:graphicFrameMkLst>
        </pc:graphicFrameChg>
        <pc:picChg chg="add del mod">
          <ac:chgData name="Joshua Nicholson" userId="6c965aa8-c44f-4320-89e8-7d79d5a0c0b9" providerId="ADAL" clId="{1AF3F0FF-B6D8-4805-B8B6-0862ADD7ED09}" dt="2026-05-01T13:37:57.610" v="1632" actId="478"/>
          <ac:picMkLst>
            <pc:docMk/>
            <pc:sldMk cId="0" sldId="256"/>
            <ac:picMk id="64" creationId="{83854BE7-1402-AB17-DBF8-C4F34FBBE068}"/>
          </ac:picMkLst>
        </pc:picChg>
        <pc:picChg chg="add del mod">
          <ac:chgData name="Joshua Nicholson" userId="6c965aa8-c44f-4320-89e8-7d79d5a0c0b9" providerId="ADAL" clId="{1AF3F0FF-B6D8-4805-B8B6-0862ADD7ED09}" dt="2026-05-01T13:38:26.024" v="1636" actId="478"/>
          <ac:picMkLst>
            <pc:docMk/>
            <pc:sldMk cId="0" sldId="256"/>
            <ac:picMk id="66" creationId="{57C99692-1215-0B05-8639-BDCB2C3AF162}"/>
          </ac:picMkLst>
        </pc:picChg>
        <pc:picChg chg="add del">
          <ac:chgData name="Joshua Nicholson" userId="6c965aa8-c44f-4320-89e8-7d79d5a0c0b9" providerId="ADAL" clId="{1AF3F0FF-B6D8-4805-B8B6-0862ADD7ED09}" dt="2026-05-01T14:18:03.025" v="1665" actId="478"/>
          <ac:picMkLst>
            <pc:docMk/>
            <pc:sldMk cId="0" sldId="256"/>
            <ac:picMk id="68" creationId="{298A29B6-CD6B-9800-3264-8DD488081DE4}"/>
          </ac:picMkLst>
        </pc:picChg>
      </pc:sldChg>
      <pc:sldChg chg="addSp modSp new del mod ord">
        <pc:chgData name="Joshua Nicholson" userId="6c965aa8-c44f-4320-89e8-7d79d5a0c0b9" providerId="ADAL" clId="{1AF3F0FF-B6D8-4805-B8B6-0862ADD7ED09}" dt="2026-05-01T15:05:17.623" v="1773" actId="47"/>
        <pc:sldMkLst>
          <pc:docMk/>
          <pc:sldMk cId="3213495198" sldId="257"/>
        </pc:sldMkLst>
        <pc:spChg chg="add mod">
          <ac:chgData name="Joshua Nicholson" userId="6c965aa8-c44f-4320-89e8-7d79d5a0c0b9" providerId="ADAL" clId="{1AF3F0FF-B6D8-4805-B8B6-0862ADD7ED09}" dt="2026-05-01T14:20:44.302" v="1687" actId="1076"/>
          <ac:spMkLst>
            <pc:docMk/>
            <pc:sldMk cId="3213495198" sldId="257"/>
            <ac:spMk id="4" creationId="{FF284DB8-B9E8-9D43-1866-088ADEA63203}"/>
          </ac:spMkLst>
        </pc:spChg>
        <pc:picChg chg="add mod">
          <ac:chgData name="Joshua Nicholson" userId="6c965aa8-c44f-4320-89e8-7d79d5a0c0b9" providerId="ADAL" clId="{1AF3F0FF-B6D8-4805-B8B6-0862ADD7ED09}" dt="2026-05-01T14:20:36.353" v="1686" actId="1076"/>
          <ac:picMkLst>
            <pc:docMk/>
            <pc:sldMk cId="3213495198" sldId="257"/>
            <ac:picMk id="3" creationId="{04F8979E-1A6C-F115-BE4A-5AFE370B06CC}"/>
          </ac:picMkLst>
        </pc:picChg>
      </pc:sldChg>
      <pc:sldChg chg="new del">
        <pc:chgData name="Joshua Nicholson" userId="6c965aa8-c44f-4320-89e8-7d79d5a0c0b9" providerId="ADAL" clId="{1AF3F0FF-B6D8-4805-B8B6-0862ADD7ED09}" dt="2026-05-01T15:05:18.637" v="1774" actId="47"/>
        <pc:sldMkLst>
          <pc:docMk/>
          <pc:sldMk cId="2695862399" sldId="258"/>
        </pc:sldMkLst>
      </pc:sldChg>
      <pc:sldChg chg="add del setBg">
        <pc:chgData name="Joshua Nicholson" userId="6c965aa8-c44f-4320-89e8-7d79d5a0c0b9" providerId="ADAL" clId="{1AF3F0FF-B6D8-4805-B8B6-0862ADD7ED09}" dt="2026-05-01T14:17:54.314" v="1663"/>
        <pc:sldMkLst>
          <pc:docMk/>
          <pc:sldMk cId="1889084161" sldId="275"/>
        </pc:sldMkLst>
      </pc:sldChg>
      <pc:sldChg chg="addSp delSp modSp add mod setBg">
        <pc:chgData name="Joshua Nicholson" userId="6c965aa8-c44f-4320-89e8-7d79d5a0c0b9" providerId="ADAL" clId="{1AF3F0FF-B6D8-4805-B8B6-0862ADD7ED09}" dt="2026-05-01T15:37:57.307" v="1875" actId="14100"/>
        <pc:sldMkLst>
          <pc:docMk/>
          <pc:sldMk cId="2876276798" sldId="275"/>
        </pc:sldMkLst>
        <pc:spChg chg="add mod">
          <ac:chgData name="Joshua Nicholson" userId="6c965aa8-c44f-4320-89e8-7d79d5a0c0b9" providerId="ADAL" clId="{1AF3F0FF-B6D8-4805-B8B6-0862ADD7ED09}" dt="2026-05-01T15:37:57.307" v="1875" actId="14100"/>
          <ac:spMkLst>
            <pc:docMk/>
            <pc:sldMk cId="2876276798" sldId="275"/>
            <ac:spMk id="2" creationId="{AC84FFF2-58D8-4966-BC76-7094D50D3990}"/>
          </ac:spMkLst>
        </pc:spChg>
        <pc:spChg chg="add mod">
          <ac:chgData name="Joshua Nicholson" userId="6c965aa8-c44f-4320-89e8-7d79d5a0c0b9" providerId="ADAL" clId="{1AF3F0FF-B6D8-4805-B8B6-0862ADD7ED09}" dt="2026-05-01T15:06:19.623" v="1778"/>
          <ac:spMkLst>
            <pc:docMk/>
            <pc:sldMk cId="2876276798" sldId="275"/>
            <ac:spMk id="3" creationId="{318258D5-4D9A-FAD0-00F7-38CD6C87730B}"/>
          </ac:spMkLst>
        </pc:spChg>
        <pc:spChg chg="add mod">
          <ac:chgData name="Joshua Nicholson" userId="6c965aa8-c44f-4320-89e8-7d79d5a0c0b9" providerId="ADAL" clId="{1AF3F0FF-B6D8-4805-B8B6-0862ADD7ED09}" dt="2026-05-01T15:37:50.907" v="1874" actId="1038"/>
          <ac:spMkLst>
            <pc:docMk/>
            <pc:sldMk cId="2876276798" sldId="275"/>
            <ac:spMk id="4" creationId="{65153DE2-B4F3-7B6B-9140-A89CCEE5F981}"/>
          </ac:spMkLst>
        </pc:spChg>
        <pc:spChg chg="mod">
          <ac:chgData name="Joshua Nicholson" userId="6c965aa8-c44f-4320-89e8-7d79d5a0c0b9" providerId="ADAL" clId="{1AF3F0FF-B6D8-4805-B8B6-0862ADD7ED09}" dt="2026-05-01T15:13:22.532" v="1849" actId="207"/>
          <ac:spMkLst>
            <pc:docMk/>
            <pc:sldMk cId="2876276798" sldId="275"/>
            <ac:spMk id="8" creationId="{B4CB816E-8594-81E6-C21D-53FEFA56FED8}"/>
          </ac:spMkLst>
        </pc:spChg>
        <pc:spChg chg="mod">
          <ac:chgData name="Joshua Nicholson" userId="6c965aa8-c44f-4320-89e8-7d79d5a0c0b9" providerId="ADAL" clId="{1AF3F0FF-B6D8-4805-B8B6-0862ADD7ED09}" dt="2026-05-01T15:15:00.516" v="1863" actId="20577"/>
          <ac:spMkLst>
            <pc:docMk/>
            <pc:sldMk cId="2876276798" sldId="275"/>
            <ac:spMk id="26" creationId="{46E93D4C-D63C-8AD5-0588-9E93D249E8AB}"/>
          </ac:spMkLst>
        </pc:spChg>
        <pc:spChg chg="mod ord">
          <ac:chgData name="Joshua Nicholson" userId="6c965aa8-c44f-4320-89e8-7d79d5a0c0b9" providerId="ADAL" clId="{1AF3F0FF-B6D8-4805-B8B6-0862ADD7ED09}" dt="2026-05-01T15:09:12.285" v="1802" actId="1076"/>
          <ac:spMkLst>
            <pc:docMk/>
            <pc:sldMk cId="2876276798" sldId="275"/>
            <ac:spMk id="35" creationId="{8EECB9F6-4605-7BB5-4FA3-6E42FA618544}"/>
          </ac:spMkLst>
        </pc:spChg>
        <pc:spChg chg="del mod">
          <ac:chgData name="Joshua Nicholson" userId="6c965aa8-c44f-4320-89e8-7d79d5a0c0b9" providerId="ADAL" clId="{1AF3F0FF-B6D8-4805-B8B6-0862ADD7ED09}" dt="2026-05-01T15:12:59.061" v="1817" actId="478"/>
          <ac:spMkLst>
            <pc:docMk/>
            <pc:sldMk cId="2876276798" sldId="275"/>
            <ac:spMk id="36" creationId="{8A74CF22-C25D-8F12-9BFF-809DF902FF85}"/>
          </ac:spMkLst>
        </pc:spChg>
        <pc:grpChg chg="add mod">
          <ac:chgData name="Joshua Nicholson" userId="6c965aa8-c44f-4320-89e8-7d79d5a0c0b9" providerId="ADAL" clId="{1AF3F0FF-B6D8-4805-B8B6-0862ADD7ED09}" dt="2026-05-01T15:08:51.492" v="1798" actId="164"/>
          <ac:grpSpMkLst>
            <pc:docMk/>
            <pc:sldMk cId="2876276798" sldId="275"/>
            <ac:grpSpMk id="6" creationId="{EDC7813A-EFD5-997B-4416-27E3FAFD493C}"/>
          </ac:grpSpMkLst>
        </pc:grpChg>
        <pc:picChg chg="mod">
          <ac:chgData name="Joshua Nicholson" userId="6c965aa8-c44f-4320-89e8-7d79d5a0c0b9" providerId="ADAL" clId="{1AF3F0FF-B6D8-4805-B8B6-0862ADD7ED09}" dt="2026-05-01T15:07:42.989" v="1791" actId="688"/>
          <ac:picMkLst>
            <pc:docMk/>
            <pc:sldMk cId="2876276798" sldId="275"/>
            <ac:picMk id="5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ACE270-F4EC-44F0-B1F0-4E970951CF4B}" type="doc">
      <dgm:prSet loTypeId="urn:microsoft.com/office/officeart/2005/8/layout/hProcess7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A806EE0-90F9-4260-81B1-21B7BE6B7163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IR Team Support</a:t>
          </a:r>
        </a:p>
      </dgm:t>
    </dgm:pt>
    <dgm:pt modelId="{24287CF0-BF24-4199-870A-CFB7D4B014C7}" type="parTrans" cxnId="{A7002741-BB43-45D4-98A8-DACB32BF21F3}">
      <dgm:prSet/>
      <dgm:spPr/>
      <dgm:t>
        <a:bodyPr/>
        <a:lstStyle/>
        <a:p>
          <a:endParaRPr lang="en-US"/>
        </a:p>
      </dgm:t>
    </dgm:pt>
    <dgm:pt modelId="{FFE39ED7-A8DD-478F-810C-7A09B6BB787E}" type="sibTrans" cxnId="{A7002741-BB43-45D4-98A8-DACB32BF21F3}">
      <dgm:prSet/>
      <dgm:spPr/>
      <dgm:t>
        <a:bodyPr/>
        <a:lstStyle/>
        <a:p>
          <a:endParaRPr lang="en-US"/>
        </a:p>
      </dgm:t>
    </dgm:pt>
    <dgm:pt modelId="{C8BB0B47-375A-41E0-BC8E-D4F75D0EF1D7}">
      <dgm:prSet phldrT="[Text]"/>
      <dgm:spPr/>
      <dgm:t>
        <a:bodyPr/>
        <a:lstStyle/>
        <a:p>
          <a:pPr>
            <a:buNone/>
          </a:pPr>
          <a:endParaRPr lang="en-US" sz="600" dirty="0"/>
        </a:p>
      </dgm:t>
    </dgm:pt>
    <dgm:pt modelId="{8DF17AFD-ADFF-4EF2-8A9B-1DCE9A5968AA}" type="parTrans" cxnId="{C2354EE9-652E-44F9-9021-1CB86C63DBEB}">
      <dgm:prSet/>
      <dgm:spPr/>
      <dgm:t>
        <a:bodyPr/>
        <a:lstStyle/>
        <a:p>
          <a:endParaRPr lang="en-US"/>
        </a:p>
      </dgm:t>
    </dgm:pt>
    <dgm:pt modelId="{3D80AB54-FF1B-46A4-9BF4-5BD6E1919EC1}" type="sibTrans" cxnId="{C2354EE9-652E-44F9-9021-1CB86C63DBEB}">
      <dgm:prSet/>
      <dgm:spPr/>
      <dgm:t>
        <a:bodyPr/>
        <a:lstStyle/>
        <a:p>
          <a:endParaRPr lang="en-US"/>
        </a:p>
      </dgm:t>
    </dgm:pt>
    <dgm:pt modelId="{F2091A15-BAA8-4725-B0E4-CB20B61CD773}">
      <dgm:prSet phldrT="[Text]" phldr="0"/>
      <dgm:spPr/>
      <dgm:t>
        <a:bodyPr/>
        <a:lstStyle/>
        <a:p>
          <a:r>
            <a:rPr lang="en-US" dirty="0">
              <a:solidFill>
                <a:srgbClr val="00B0F0"/>
              </a:solidFill>
            </a:rPr>
            <a:t>IR Respond (DFIR)</a:t>
          </a:r>
        </a:p>
      </dgm:t>
    </dgm:pt>
    <dgm:pt modelId="{76E77867-0549-423A-84E0-BE8BE2C3B72E}" type="parTrans" cxnId="{3FD96A5B-0D2D-4C66-8585-E0F0306493C9}">
      <dgm:prSet/>
      <dgm:spPr/>
      <dgm:t>
        <a:bodyPr/>
        <a:lstStyle/>
        <a:p>
          <a:endParaRPr lang="en-US"/>
        </a:p>
      </dgm:t>
    </dgm:pt>
    <dgm:pt modelId="{2523E96E-D675-4821-9CCF-913F8B67CA4E}" type="sibTrans" cxnId="{3FD96A5B-0D2D-4C66-8585-E0F0306493C9}">
      <dgm:prSet/>
      <dgm:spPr/>
      <dgm:t>
        <a:bodyPr/>
        <a:lstStyle/>
        <a:p>
          <a:endParaRPr lang="en-US"/>
        </a:p>
      </dgm:t>
    </dgm:pt>
    <dgm:pt modelId="{87522997-C4ED-4425-99EE-46177E4FDEB7}">
      <dgm:prSet phldrT="[Text]" phldr="1"/>
      <dgm:spPr/>
      <dgm:t>
        <a:bodyPr/>
        <a:lstStyle/>
        <a:p>
          <a:endParaRPr lang="en-US" dirty="0"/>
        </a:p>
      </dgm:t>
    </dgm:pt>
    <dgm:pt modelId="{04ADA0A3-A9CA-4FCA-AA5C-FCDC5505FC71}" type="parTrans" cxnId="{6A59CA93-F217-4AEF-A498-574006244F8F}">
      <dgm:prSet/>
      <dgm:spPr/>
      <dgm:t>
        <a:bodyPr/>
        <a:lstStyle/>
        <a:p>
          <a:endParaRPr lang="en-US"/>
        </a:p>
      </dgm:t>
    </dgm:pt>
    <dgm:pt modelId="{0A2F5089-F990-4E9C-A664-85358E4545C9}" type="sibTrans" cxnId="{6A59CA93-F217-4AEF-A498-574006244F8F}">
      <dgm:prSet/>
      <dgm:spPr/>
      <dgm:t>
        <a:bodyPr/>
        <a:lstStyle/>
        <a:p>
          <a:endParaRPr lang="en-US"/>
        </a:p>
      </dgm:t>
    </dgm:pt>
    <dgm:pt modelId="{C48DD32A-1340-46B0-AC18-1F65353D68DF}">
      <dgm:prSet phldrT="[Text]" custT="1"/>
      <dgm:spPr/>
      <dgm:t>
        <a:bodyPr/>
        <a:lstStyle/>
        <a:p>
          <a:pPr>
            <a:buNone/>
          </a:pPr>
          <a:endParaRPr lang="en-US" sz="800" b="1" dirty="0">
            <a:solidFill>
              <a:srgbClr val="00B0F0"/>
            </a:solidFill>
          </a:endParaRPr>
        </a:p>
        <a:p>
          <a:pPr>
            <a:buNone/>
          </a:pPr>
          <a:r>
            <a:rPr lang="en-US" sz="1000" dirty="0">
              <a:solidFill>
                <a:schemeClr val="accent4">
                  <a:lumMod val="60000"/>
                  <a:lumOff val="40000"/>
                </a:schemeClr>
              </a:solidFill>
            </a:rPr>
            <a:t>IR Defend</a:t>
          </a:r>
        </a:p>
      </dgm:t>
    </dgm:pt>
    <dgm:pt modelId="{92C5BE66-D53E-48D1-AD75-04270DC80A1B}" type="parTrans" cxnId="{10AFA325-5BB5-4542-9266-1159123E4FAB}">
      <dgm:prSet/>
      <dgm:spPr/>
      <dgm:t>
        <a:bodyPr/>
        <a:lstStyle/>
        <a:p>
          <a:endParaRPr lang="en-US"/>
        </a:p>
      </dgm:t>
    </dgm:pt>
    <dgm:pt modelId="{4F978073-4367-4EE4-B98A-A206987FADD1}" type="sibTrans" cxnId="{10AFA325-5BB5-4542-9266-1159123E4FAB}">
      <dgm:prSet/>
      <dgm:spPr/>
      <dgm:t>
        <a:bodyPr/>
        <a:lstStyle/>
        <a:p>
          <a:endParaRPr lang="en-US"/>
        </a:p>
      </dgm:t>
    </dgm:pt>
    <dgm:pt modelId="{3B2AD94F-8B57-4DE6-83EE-765D0552E44A}">
      <dgm:prSet/>
      <dgm:spPr/>
      <dgm:t>
        <a:bodyPr/>
        <a:lstStyle/>
        <a:p>
          <a:pPr>
            <a:buNone/>
          </a:pPr>
          <a:r>
            <a:rPr lang="en-US" sz="600" dirty="0"/>
            <a:t>&gt; Includes: 30+ hrs.</a:t>
          </a:r>
        </a:p>
        <a:p>
          <a:pPr>
            <a:buNone/>
          </a:pPr>
          <a:r>
            <a:rPr lang="en-US" sz="600" dirty="0"/>
            <a:t>&gt; Incident response support</a:t>
          </a:r>
        </a:p>
        <a:p>
          <a:pPr>
            <a:buNone/>
          </a:pPr>
          <a:r>
            <a:rPr lang="en-US" sz="600" dirty="0"/>
            <a:t>&gt; Monthly office hours</a:t>
          </a:r>
        </a:p>
        <a:p>
          <a:pPr>
            <a:buNone/>
          </a:pPr>
          <a:endParaRPr lang="en-US" sz="600" dirty="0"/>
        </a:p>
      </dgm:t>
    </dgm:pt>
    <dgm:pt modelId="{10BDA4D3-47B0-464B-BBA5-F42127AA6E56}" type="parTrans" cxnId="{65DD9602-CE36-4D0F-9BAE-6CD08BA13071}">
      <dgm:prSet/>
      <dgm:spPr/>
      <dgm:t>
        <a:bodyPr/>
        <a:lstStyle/>
        <a:p>
          <a:endParaRPr lang="en-US"/>
        </a:p>
      </dgm:t>
    </dgm:pt>
    <dgm:pt modelId="{BC8B9FD7-476F-4147-94B9-5E68B75D5FE8}" type="sibTrans" cxnId="{65DD9602-CE36-4D0F-9BAE-6CD08BA13071}">
      <dgm:prSet/>
      <dgm:spPr/>
      <dgm:t>
        <a:bodyPr/>
        <a:lstStyle/>
        <a:p>
          <a:endParaRPr lang="en-US"/>
        </a:p>
      </dgm:t>
    </dgm:pt>
    <dgm:pt modelId="{93FEDBCC-6BCE-4395-8FE3-1012F24296B6}">
      <dgm:prSet phldrT="[Text]" custT="1"/>
      <dgm:spPr/>
      <dgm:t>
        <a:bodyPr/>
        <a:lstStyle/>
        <a:p>
          <a:pPr>
            <a:buNone/>
          </a:pPr>
          <a:r>
            <a:rPr lang="en-US" sz="1000" dirty="0">
              <a:solidFill>
                <a:schemeClr val="accent4">
                  <a:lumMod val="60000"/>
                  <a:lumOff val="40000"/>
                </a:schemeClr>
              </a:solidFill>
            </a:rPr>
            <a:t>IR Assist</a:t>
          </a:r>
          <a:endParaRPr lang="en-US" sz="1000" b="1" dirty="0">
            <a:solidFill>
              <a:schemeClr val="accent4">
                <a:lumMod val="60000"/>
                <a:lumOff val="40000"/>
              </a:schemeClr>
            </a:solidFill>
          </a:endParaRPr>
        </a:p>
        <a:p>
          <a:pPr>
            <a:buNone/>
          </a:pPr>
          <a:r>
            <a:rPr lang="en-US" sz="800" b="1" dirty="0"/>
            <a:t>Yearly retainer: $10,500</a:t>
          </a:r>
          <a:endParaRPr lang="en-US" sz="800" dirty="0"/>
        </a:p>
      </dgm:t>
    </dgm:pt>
    <dgm:pt modelId="{A73FAA4C-AAFC-45DB-BC3A-BF1FAFA39EBC}" type="parTrans" cxnId="{9B7656E8-7828-49BC-9C0D-760FB5CA9EF2}">
      <dgm:prSet/>
      <dgm:spPr/>
      <dgm:t>
        <a:bodyPr/>
        <a:lstStyle/>
        <a:p>
          <a:endParaRPr lang="en-US"/>
        </a:p>
      </dgm:t>
    </dgm:pt>
    <dgm:pt modelId="{C2104CD5-58B6-4F6F-83C7-DB4CBEBE09DA}" type="sibTrans" cxnId="{9B7656E8-7828-49BC-9C0D-760FB5CA9EF2}">
      <dgm:prSet/>
      <dgm:spPr/>
      <dgm:t>
        <a:bodyPr/>
        <a:lstStyle/>
        <a:p>
          <a:endParaRPr lang="en-US"/>
        </a:p>
      </dgm:t>
    </dgm:pt>
    <dgm:pt modelId="{386A5CA2-DDFE-4CC5-A9DA-00B217C9C314}">
      <dgm:prSet custT="1"/>
      <dgm:spPr/>
      <dgm:t>
        <a:bodyPr/>
        <a:lstStyle/>
        <a:p>
          <a:pPr>
            <a:buNone/>
          </a:pPr>
          <a:r>
            <a:rPr lang="en-US" sz="1000" dirty="0">
              <a:solidFill>
                <a:schemeClr val="accent4">
                  <a:lumMod val="60000"/>
                  <a:lumOff val="40000"/>
                </a:schemeClr>
              </a:solidFill>
            </a:rPr>
            <a:t>IR Respond</a:t>
          </a:r>
        </a:p>
        <a:p>
          <a:pPr>
            <a:buNone/>
          </a:pPr>
          <a:r>
            <a:rPr lang="en-US" sz="800" b="1" dirty="0"/>
            <a:t>Yearly retainer: $17,520</a:t>
          </a:r>
          <a:endParaRPr lang="en-US" sz="800" dirty="0"/>
        </a:p>
      </dgm:t>
    </dgm:pt>
    <dgm:pt modelId="{4618CFE7-7068-40C0-82A0-AC56D497F9A7}" type="parTrans" cxnId="{9065CD75-FE09-41C8-8111-2483394BF3F9}">
      <dgm:prSet/>
      <dgm:spPr/>
      <dgm:t>
        <a:bodyPr/>
        <a:lstStyle/>
        <a:p>
          <a:endParaRPr lang="en-US"/>
        </a:p>
      </dgm:t>
    </dgm:pt>
    <dgm:pt modelId="{2720FB42-D741-4865-9D9A-8572922677F9}" type="sibTrans" cxnId="{9065CD75-FE09-41C8-8111-2483394BF3F9}">
      <dgm:prSet/>
      <dgm:spPr/>
      <dgm:t>
        <a:bodyPr/>
        <a:lstStyle/>
        <a:p>
          <a:endParaRPr lang="en-US"/>
        </a:p>
      </dgm:t>
    </dgm:pt>
    <dgm:pt modelId="{C3BC3846-41EF-4110-ACEF-D7C3298583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600" dirty="0"/>
            <a:t>&gt; Includes: 50 hrs.</a:t>
          </a:r>
        </a:p>
        <a:p>
          <a:pPr>
            <a:buFont typeface="Arial" panose="020B0604020202020204" pitchFamily="34" charset="0"/>
            <a:buChar char="•"/>
          </a:pPr>
          <a:r>
            <a:rPr lang="en-US" sz="600" dirty="0"/>
            <a:t>&gt; Monthly assessments </a:t>
          </a:r>
        </a:p>
      </dgm:t>
    </dgm:pt>
    <dgm:pt modelId="{EED51E9A-4073-412A-9269-05B8F3CC49FC}" type="parTrans" cxnId="{9E022FAE-EB67-44C5-AE23-E0884CFED781}">
      <dgm:prSet/>
      <dgm:spPr/>
      <dgm:t>
        <a:bodyPr/>
        <a:lstStyle/>
        <a:p>
          <a:endParaRPr lang="en-US"/>
        </a:p>
      </dgm:t>
    </dgm:pt>
    <dgm:pt modelId="{11CE1FF4-974F-4201-A877-38F9D98CD87B}" type="sibTrans" cxnId="{9E022FAE-EB67-44C5-AE23-E0884CFED781}">
      <dgm:prSet/>
      <dgm:spPr/>
      <dgm:t>
        <a:bodyPr/>
        <a:lstStyle/>
        <a:p>
          <a:endParaRPr lang="en-US"/>
        </a:p>
      </dgm:t>
    </dgm:pt>
    <dgm:pt modelId="{96A0803E-CF62-40B9-89B5-7F74791F9A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600" dirty="0"/>
            <a:t>&gt; 24/7 incident response</a:t>
          </a:r>
        </a:p>
      </dgm:t>
    </dgm:pt>
    <dgm:pt modelId="{8FC91065-A931-4304-846C-5CC42FCFA9AD}" type="parTrans" cxnId="{C47FB936-9D4F-4196-AA3F-AF3CD94A320F}">
      <dgm:prSet/>
      <dgm:spPr/>
      <dgm:t>
        <a:bodyPr/>
        <a:lstStyle/>
        <a:p>
          <a:endParaRPr lang="en-US"/>
        </a:p>
      </dgm:t>
    </dgm:pt>
    <dgm:pt modelId="{FA0B704A-80E1-4B03-BE80-2107AB06C7C3}" type="sibTrans" cxnId="{C47FB936-9D4F-4196-AA3F-AF3CD94A320F}">
      <dgm:prSet/>
      <dgm:spPr/>
      <dgm:t>
        <a:bodyPr/>
        <a:lstStyle/>
        <a:p>
          <a:endParaRPr lang="en-US"/>
        </a:p>
      </dgm:t>
    </dgm:pt>
    <dgm:pt modelId="{3F99E52C-087C-4BA5-B24E-5E7055FC22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600" dirty="0"/>
            <a:t>&gt; Host forensics (DFIR)</a:t>
          </a:r>
        </a:p>
      </dgm:t>
    </dgm:pt>
    <dgm:pt modelId="{4D3F2C8D-4E14-4F7E-BF32-621CC1E0347B}" type="parTrans" cxnId="{C3BD4F2C-4A3C-453A-B25A-8D3B41577DBF}">
      <dgm:prSet/>
      <dgm:spPr/>
      <dgm:t>
        <a:bodyPr/>
        <a:lstStyle/>
        <a:p>
          <a:endParaRPr lang="en-US"/>
        </a:p>
      </dgm:t>
    </dgm:pt>
    <dgm:pt modelId="{23208696-D0C5-452B-A089-DAD8B0E2FFAA}" type="sibTrans" cxnId="{C3BD4F2C-4A3C-453A-B25A-8D3B41577DBF}">
      <dgm:prSet/>
      <dgm:spPr/>
      <dgm:t>
        <a:bodyPr/>
        <a:lstStyle/>
        <a:p>
          <a:endParaRPr lang="en-US"/>
        </a:p>
      </dgm:t>
    </dgm:pt>
    <dgm:pt modelId="{8F0C039D-37B7-414D-A608-68E4A7A2395E}">
      <dgm:prSet custT="1"/>
      <dgm:spPr/>
      <dgm:t>
        <a:bodyPr/>
        <a:lstStyle/>
        <a:p>
          <a:pPr>
            <a:buNone/>
          </a:pPr>
          <a:r>
            <a:rPr lang="en-US" sz="800" b="1" dirty="0"/>
            <a:t>Yearly retainer: $28,130</a:t>
          </a:r>
          <a:endParaRPr lang="en-US" sz="800" dirty="0"/>
        </a:p>
      </dgm:t>
    </dgm:pt>
    <dgm:pt modelId="{6EF07A6C-A365-4D38-85DE-6B7148F53963}" type="parTrans" cxnId="{80E874DE-CDB8-424C-B9B5-068AD1D47CD8}">
      <dgm:prSet/>
      <dgm:spPr/>
      <dgm:t>
        <a:bodyPr/>
        <a:lstStyle/>
        <a:p>
          <a:endParaRPr lang="en-US"/>
        </a:p>
      </dgm:t>
    </dgm:pt>
    <dgm:pt modelId="{11CAF7D9-C582-4CAC-A367-9CDB4BF97F48}" type="sibTrans" cxnId="{80E874DE-CDB8-424C-B9B5-068AD1D47CD8}">
      <dgm:prSet/>
      <dgm:spPr/>
      <dgm:t>
        <a:bodyPr/>
        <a:lstStyle/>
        <a:p>
          <a:endParaRPr lang="en-US"/>
        </a:p>
      </dgm:t>
    </dgm:pt>
    <dgm:pt modelId="{D16E3AB9-90A8-4EC2-9A74-528FBBE52491}">
      <dgm:prSet custT="1"/>
      <dgm:spPr/>
      <dgm:t>
        <a:bodyPr/>
        <a:lstStyle/>
        <a:p>
          <a:pPr>
            <a:buNone/>
          </a:pPr>
          <a:r>
            <a:rPr lang="en-US" sz="600" dirty="0"/>
            <a:t>&gt; Includes: 80 hr.</a:t>
          </a:r>
        </a:p>
        <a:p>
          <a:pPr>
            <a:buNone/>
          </a:pPr>
          <a:r>
            <a:rPr lang="en-US" sz="600" dirty="0"/>
            <a:t>&gt; Dedicated security advisor</a:t>
          </a:r>
        </a:p>
        <a:p>
          <a:pPr>
            <a:buNone/>
          </a:pPr>
          <a:r>
            <a:rPr lang="en-US" sz="600" dirty="0"/>
            <a:t>&gt; Onboarded team member</a:t>
          </a:r>
        </a:p>
      </dgm:t>
    </dgm:pt>
    <dgm:pt modelId="{D2873DFF-23AC-4F8F-B770-2251F4D8FDFD}" type="parTrans" cxnId="{A63F285E-794B-41A2-A75C-ECE73442E438}">
      <dgm:prSet/>
      <dgm:spPr/>
      <dgm:t>
        <a:bodyPr/>
        <a:lstStyle/>
        <a:p>
          <a:endParaRPr lang="en-US"/>
        </a:p>
      </dgm:t>
    </dgm:pt>
    <dgm:pt modelId="{3BCDD9E7-75B0-4902-A0DF-E5B34F2038DB}" type="sibTrans" cxnId="{A63F285E-794B-41A2-A75C-ECE73442E438}">
      <dgm:prSet/>
      <dgm:spPr/>
      <dgm:t>
        <a:bodyPr/>
        <a:lstStyle/>
        <a:p>
          <a:endParaRPr lang="en-US"/>
        </a:p>
      </dgm:t>
    </dgm:pt>
    <dgm:pt modelId="{9FFFECEC-B6C1-4D4F-B1E2-1388DCBDBAE4}">
      <dgm:prSet phldrT="[Text]"/>
      <dgm:spPr/>
      <dgm:t>
        <a:bodyPr/>
        <a:lstStyle/>
        <a:p>
          <a:pPr>
            <a:buNone/>
          </a:pPr>
          <a:endParaRPr lang="en-US" sz="600" dirty="0"/>
        </a:p>
      </dgm:t>
    </dgm:pt>
    <dgm:pt modelId="{DD1C28E9-077E-4F06-9E49-67322562D410}" type="parTrans" cxnId="{A1D0F20D-D71C-4BA2-A757-AD5F082EB54A}">
      <dgm:prSet/>
      <dgm:spPr/>
      <dgm:t>
        <a:bodyPr/>
        <a:lstStyle/>
        <a:p>
          <a:endParaRPr lang="en-US"/>
        </a:p>
      </dgm:t>
    </dgm:pt>
    <dgm:pt modelId="{CE3E0BE7-834C-433C-BB03-5B93A5221AA4}" type="sibTrans" cxnId="{A1D0F20D-D71C-4BA2-A757-AD5F082EB54A}">
      <dgm:prSet/>
      <dgm:spPr/>
      <dgm:t>
        <a:bodyPr/>
        <a:lstStyle/>
        <a:p>
          <a:endParaRPr lang="en-US"/>
        </a:p>
      </dgm:t>
    </dgm:pt>
    <dgm:pt modelId="{A7C0D16E-1A15-4446-AA0E-79B259DD1C5D}" type="pres">
      <dgm:prSet presAssocID="{ABACE270-F4EC-44F0-B1F0-4E970951CF4B}" presName="Name0" presStyleCnt="0">
        <dgm:presLayoutVars>
          <dgm:dir/>
          <dgm:animLvl val="lvl"/>
          <dgm:resizeHandles val="exact"/>
        </dgm:presLayoutVars>
      </dgm:prSet>
      <dgm:spPr/>
    </dgm:pt>
    <dgm:pt modelId="{55CB7BBA-BC44-4F3E-AE8E-9C6833157D06}" type="pres">
      <dgm:prSet presAssocID="{8A806EE0-90F9-4260-81B1-21B7BE6B7163}" presName="compositeNode" presStyleCnt="0">
        <dgm:presLayoutVars>
          <dgm:bulletEnabled val="1"/>
        </dgm:presLayoutVars>
      </dgm:prSet>
      <dgm:spPr/>
    </dgm:pt>
    <dgm:pt modelId="{8F7524B0-1A56-491C-B2C2-4A72716656F4}" type="pres">
      <dgm:prSet presAssocID="{8A806EE0-90F9-4260-81B1-21B7BE6B7163}" presName="bgRect" presStyleLbl="node1" presStyleIdx="0" presStyleCnt="3"/>
      <dgm:spPr/>
    </dgm:pt>
    <dgm:pt modelId="{05955FE2-13AE-412F-A070-43233D8A11DB}" type="pres">
      <dgm:prSet presAssocID="{8A806EE0-90F9-4260-81B1-21B7BE6B7163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3C1F4090-C757-4914-9542-A226F81D7166}" type="pres">
      <dgm:prSet presAssocID="{8A806EE0-90F9-4260-81B1-21B7BE6B7163}" presName="childNode" presStyleLbl="node1" presStyleIdx="0" presStyleCnt="3">
        <dgm:presLayoutVars>
          <dgm:bulletEnabled val="1"/>
        </dgm:presLayoutVars>
      </dgm:prSet>
      <dgm:spPr/>
    </dgm:pt>
    <dgm:pt modelId="{8EAF63D5-85E3-4F4F-BD1F-D4A8B515BE06}" type="pres">
      <dgm:prSet presAssocID="{FFE39ED7-A8DD-478F-810C-7A09B6BB787E}" presName="hSp" presStyleCnt="0"/>
      <dgm:spPr/>
    </dgm:pt>
    <dgm:pt modelId="{1A42CF8B-5666-40F7-BAF9-F721A02F1510}" type="pres">
      <dgm:prSet presAssocID="{FFE39ED7-A8DD-478F-810C-7A09B6BB787E}" presName="vProcSp" presStyleCnt="0"/>
      <dgm:spPr/>
    </dgm:pt>
    <dgm:pt modelId="{930106E0-F7A0-4BE1-A6A3-C1A0B6F750DC}" type="pres">
      <dgm:prSet presAssocID="{FFE39ED7-A8DD-478F-810C-7A09B6BB787E}" presName="vSp1" presStyleCnt="0"/>
      <dgm:spPr/>
    </dgm:pt>
    <dgm:pt modelId="{A9A97DD3-06E0-483C-9804-EAA83F2F3B72}" type="pres">
      <dgm:prSet presAssocID="{FFE39ED7-A8DD-478F-810C-7A09B6BB787E}" presName="simulatedConn" presStyleLbl="solidFgAcc1" presStyleIdx="0" presStyleCnt="2"/>
      <dgm:spPr/>
    </dgm:pt>
    <dgm:pt modelId="{1489EBC6-FE51-461E-85C4-419C90ED6F91}" type="pres">
      <dgm:prSet presAssocID="{FFE39ED7-A8DD-478F-810C-7A09B6BB787E}" presName="vSp2" presStyleCnt="0"/>
      <dgm:spPr/>
    </dgm:pt>
    <dgm:pt modelId="{5F640F2E-5CF4-4C1F-98E8-FA75852361F5}" type="pres">
      <dgm:prSet presAssocID="{FFE39ED7-A8DD-478F-810C-7A09B6BB787E}" presName="sibTrans" presStyleCnt="0"/>
      <dgm:spPr/>
    </dgm:pt>
    <dgm:pt modelId="{402B23CF-53AF-48A9-BC0C-EB4775E0AFB1}" type="pres">
      <dgm:prSet presAssocID="{F2091A15-BAA8-4725-B0E4-CB20B61CD773}" presName="compositeNode" presStyleCnt="0">
        <dgm:presLayoutVars>
          <dgm:bulletEnabled val="1"/>
        </dgm:presLayoutVars>
      </dgm:prSet>
      <dgm:spPr/>
    </dgm:pt>
    <dgm:pt modelId="{8603EC6A-2129-42E1-9239-9802753141F8}" type="pres">
      <dgm:prSet presAssocID="{F2091A15-BAA8-4725-B0E4-CB20B61CD773}" presName="bgRect" presStyleLbl="node1" presStyleIdx="1" presStyleCnt="3"/>
      <dgm:spPr/>
    </dgm:pt>
    <dgm:pt modelId="{D699DA8A-BD63-489A-8463-64268E0039C7}" type="pres">
      <dgm:prSet presAssocID="{F2091A15-BAA8-4725-B0E4-CB20B61CD773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5CEB202F-8789-43BA-B76F-A8330B681CC4}" type="pres">
      <dgm:prSet presAssocID="{F2091A15-BAA8-4725-B0E4-CB20B61CD773}" presName="childNode" presStyleLbl="node1" presStyleIdx="1" presStyleCnt="3">
        <dgm:presLayoutVars>
          <dgm:bulletEnabled val="1"/>
        </dgm:presLayoutVars>
      </dgm:prSet>
      <dgm:spPr/>
    </dgm:pt>
    <dgm:pt modelId="{3E043BEC-C62F-4E15-92F7-516436A956A3}" type="pres">
      <dgm:prSet presAssocID="{2523E96E-D675-4821-9CCF-913F8B67CA4E}" presName="hSp" presStyleCnt="0"/>
      <dgm:spPr/>
    </dgm:pt>
    <dgm:pt modelId="{0E68AA4E-8731-43CD-881C-CE2AAB54EF41}" type="pres">
      <dgm:prSet presAssocID="{2523E96E-D675-4821-9CCF-913F8B67CA4E}" presName="vProcSp" presStyleCnt="0"/>
      <dgm:spPr/>
    </dgm:pt>
    <dgm:pt modelId="{DD5AF61C-5F04-4DBF-9AC3-A9C0FE5B7E45}" type="pres">
      <dgm:prSet presAssocID="{2523E96E-D675-4821-9CCF-913F8B67CA4E}" presName="vSp1" presStyleCnt="0"/>
      <dgm:spPr/>
    </dgm:pt>
    <dgm:pt modelId="{5588DC25-106E-4786-B4DD-AAE379505664}" type="pres">
      <dgm:prSet presAssocID="{2523E96E-D675-4821-9CCF-913F8B67CA4E}" presName="simulatedConn" presStyleLbl="solidFgAcc1" presStyleIdx="1" presStyleCnt="2"/>
      <dgm:spPr/>
    </dgm:pt>
    <dgm:pt modelId="{43E5D303-54AC-4FD8-93E6-86AAD59FB32E}" type="pres">
      <dgm:prSet presAssocID="{2523E96E-D675-4821-9CCF-913F8B67CA4E}" presName="vSp2" presStyleCnt="0"/>
      <dgm:spPr/>
    </dgm:pt>
    <dgm:pt modelId="{7C462EF4-7F74-49EF-A229-FE6D17963D03}" type="pres">
      <dgm:prSet presAssocID="{2523E96E-D675-4821-9CCF-913F8B67CA4E}" presName="sibTrans" presStyleCnt="0"/>
      <dgm:spPr/>
    </dgm:pt>
    <dgm:pt modelId="{A3A10112-D191-42A1-A809-CDB9C2FE663F}" type="pres">
      <dgm:prSet presAssocID="{87522997-C4ED-4425-99EE-46177E4FDEB7}" presName="compositeNode" presStyleCnt="0">
        <dgm:presLayoutVars>
          <dgm:bulletEnabled val="1"/>
        </dgm:presLayoutVars>
      </dgm:prSet>
      <dgm:spPr/>
    </dgm:pt>
    <dgm:pt modelId="{774A0015-CF26-4108-BD10-298AE1752319}" type="pres">
      <dgm:prSet presAssocID="{87522997-C4ED-4425-99EE-46177E4FDEB7}" presName="bgRect" presStyleLbl="node1" presStyleIdx="2" presStyleCnt="3"/>
      <dgm:spPr/>
    </dgm:pt>
    <dgm:pt modelId="{3C3F6330-A7DC-411F-9E59-96BF2925F3C7}" type="pres">
      <dgm:prSet presAssocID="{87522997-C4ED-4425-99EE-46177E4FDEB7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071A7974-0D50-4E0C-859A-763E3FC164A9}" type="pres">
      <dgm:prSet presAssocID="{87522997-C4ED-4425-99EE-46177E4FDEB7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65DD9602-CE36-4D0F-9BAE-6CD08BA13071}" srcId="{8A806EE0-90F9-4260-81B1-21B7BE6B7163}" destId="{3B2AD94F-8B57-4DE6-83EE-765D0552E44A}" srcOrd="2" destOrd="0" parTransId="{10BDA4D3-47B0-464B-BBA5-F42127AA6E56}" sibTransId="{BC8B9FD7-476F-4147-94B9-5E68B75D5FE8}"/>
    <dgm:cxn modelId="{95137506-23D1-4353-AF50-BAA61B17F185}" type="presOf" srcId="{C48DD32A-1340-46B0-AC18-1F65353D68DF}" destId="{071A7974-0D50-4E0C-859A-763E3FC164A9}" srcOrd="0" destOrd="0" presId="urn:microsoft.com/office/officeart/2005/8/layout/hProcess7"/>
    <dgm:cxn modelId="{FC4FB007-D49C-40DB-8FFC-8A87457E3DFA}" type="presOf" srcId="{C3BC3846-41EF-4110-ACEF-D7C329858372}" destId="{5CEB202F-8789-43BA-B76F-A8330B681CC4}" srcOrd="0" destOrd="2" presId="urn:microsoft.com/office/officeart/2005/8/layout/hProcess7"/>
    <dgm:cxn modelId="{083ECF0A-41CE-4F32-B47D-526ABC533311}" type="presOf" srcId="{386A5CA2-DDFE-4CC5-A9DA-00B217C9C314}" destId="{5CEB202F-8789-43BA-B76F-A8330B681CC4}" srcOrd="0" destOrd="1" presId="urn:microsoft.com/office/officeart/2005/8/layout/hProcess7"/>
    <dgm:cxn modelId="{A1D0F20D-D71C-4BA2-A757-AD5F082EB54A}" srcId="{F2091A15-BAA8-4725-B0E4-CB20B61CD773}" destId="{9FFFECEC-B6C1-4D4F-B1E2-1388DCBDBAE4}" srcOrd="0" destOrd="0" parTransId="{DD1C28E9-077E-4F06-9E49-67322562D410}" sibTransId="{CE3E0BE7-834C-433C-BB03-5B93A5221AA4}"/>
    <dgm:cxn modelId="{8B112721-0A3B-4975-9F04-40A9D5E55D02}" type="presOf" srcId="{9FFFECEC-B6C1-4D4F-B1E2-1388DCBDBAE4}" destId="{5CEB202F-8789-43BA-B76F-A8330B681CC4}" srcOrd="0" destOrd="0" presId="urn:microsoft.com/office/officeart/2005/8/layout/hProcess7"/>
    <dgm:cxn modelId="{10AFA325-5BB5-4542-9266-1159123E4FAB}" srcId="{87522997-C4ED-4425-99EE-46177E4FDEB7}" destId="{C48DD32A-1340-46B0-AC18-1F65353D68DF}" srcOrd="0" destOrd="0" parTransId="{92C5BE66-D53E-48D1-AD75-04270DC80A1B}" sibTransId="{4F978073-4367-4EE4-B98A-A206987FADD1}"/>
    <dgm:cxn modelId="{C3BD4F2C-4A3C-453A-B25A-8D3B41577DBF}" srcId="{F2091A15-BAA8-4725-B0E4-CB20B61CD773}" destId="{3F99E52C-087C-4BA5-B24E-5E7055FC2243}" srcOrd="4" destOrd="0" parTransId="{4D3F2C8D-4E14-4F7E-BF32-621CC1E0347B}" sibTransId="{23208696-D0C5-452B-A089-DAD8B0E2FFAA}"/>
    <dgm:cxn modelId="{C47FB936-9D4F-4196-AA3F-AF3CD94A320F}" srcId="{F2091A15-BAA8-4725-B0E4-CB20B61CD773}" destId="{96A0803E-CF62-40B9-89B5-7F74791F9A08}" srcOrd="3" destOrd="0" parTransId="{8FC91065-A931-4304-846C-5CC42FCFA9AD}" sibTransId="{FA0B704A-80E1-4B03-BE80-2107AB06C7C3}"/>
    <dgm:cxn modelId="{3FD96A5B-0D2D-4C66-8585-E0F0306493C9}" srcId="{ABACE270-F4EC-44F0-B1F0-4E970951CF4B}" destId="{F2091A15-BAA8-4725-B0E4-CB20B61CD773}" srcOrd="1" destOrd="0" parTransId="{76E77867-0549-423A-84E0-BE8BE2C3B72E}" sibTransId="{2523E96E-D675-4821-9CCF-913F8B67CA4E}"/>
    <dgm:cxn modelId="{A63F285E-794B-41A2-A75C-ECE73442E438}" srcId="{87522997-C4ED-4425-99EE-46177E4FDEB7}" destId="{D16E3AB9-90A8-4EC2-9A74-528FBBE52491}" srcOrd="2" destOrd="0" parTransId="{D2873DFF-23AC-4F8F-B770-2251F4D8FDFD}" sibTransId="{3BCDD9E7-75B0-4902-A0DF-E5B34F2038DB}"/>
    <dgm:cxn modelId="{BD99F45E-077F-4303-8FD4-8414DA4DF731}" type="presOf" srcId="{87522997-C4ED-4425-99EE-46177E4FDEB7}" destId="{3C3F6330-A7DC-411F-9E59-96BF2925F3C7}" srcOrd="1" destOrd="0" presId="urn:microsoft.com/office/officeart/2005/8/layout/hProcess7"/>
    <dgm:cxn modelId="{A7002741-BB43-45D4-98A8-DACB32BF21F3}" srcId="{ABACE270-F4EC-44F0-B1F0-4E970951CF4B}" destId="{8A806EE0-90F9-4260-81B1-21B7BE6B7163}" srcOrd="0" destOrd="0" parTransId="{24287CF0-BF24-4199-870A-CFB7D4B014C7}" sibTransId="{FFE39ED7-A8DD-478F-810C-7A09B6BB787E}"/>
    <dgm:cxn modelId="{C9DF8141-9A19-4254-BB8D-30DCB950A428}" type="presOf" srcId="{8A806EE0-90F9-4260-81B1-21B7BE6B7163}" destId="{05955FE2-13AE-412F-A070-43233D8A11DB}" srcOrd="1" destOrd="0" presId="urn:microsoft.com/office/officeart/2005/8/layout/hProcess7"/>
    <dgm:cxn modelId="{C4590668-5F56-4517-8539-4968926DC908}" type="presOf" srcId="{F2091A15-BAA8-4725-B0E4-CB20B61CD773}" destId="{8603EC6A-2129-42E1-9239-9802753141F8}" srcOrd="0" destOrd="0" presId="urn:microsoft.com/office/officeart/2005/8/layout/hProcess7"/>
    <dgm:cxn modelId="{B140CC4A-B41E-4651-BF72-C815C7AF6214}" type="presOf" srcId="{8F0C039D-37B7-414D-A608-68E4A7A2395E}" destId="{071A7974-0D50-4E0C-859A-763E3FC164A9}" srcOrd="0" destOrd="1" presId="urn:microsoft.com/office/officeart/2005/8/layout/hProcess7"/>
    <dgm:cxn modelId="{1243B574-B5A7-49E9-BA18-EB2A8180244C}" type="presOf" srcId="{96A0803E-CF62-40B9-89B5-7F74791F9A08}" destId="{5CEB202F-8789-43BA-B76F-A8330B681CC4}" srcOrd="0" destOrd="3" presId="urn:microsoft.com/office/officeart/2005/8/layout/hProcess7"/>
    <dgm:cxn modelId="{9065CD75-FE09-41C8-8111-2483394BF3F9}" srcId="{F2091A15-BAA8-4725-B0E4-CB20B61CD773}" destId="{386A5CA2-DDFE-4CC5-A9DA-00B217C9C314}" srcOrd="1" destOrd="0" parTransId="{4618CFE7-7068-40C0-82A0-AC56D497F9A7}" sibTransId="{2720FB42-D741-4865-9D9A-8572922677F9}"/>
    <dgm:cxn modelId="{41B27D56-E257-4347-B100-9ED59AF908F3}" type="presOf" srcId="{8A806EE0-90F9-4260-81B1-21B7BE6B7163}" destId="{8F7524B0-1A56-491C-B2C2-4A72716656F4}" srcOrd="0" destOrd="0" presId="urn:microsoft.com/office/officeart/2005/8/layout/hProcess7"/>
    <dgm:cxn modelId="{F64AA286-0A2F-411E-8954-02986C311BC7}" type="presOf" srcId="{C8BB0B47-375A-41E0-BC8E-D4F75D0EF1D7}" destId="{3C1F4090-C757-4914-9542-A226F81D7166}" srcOrd="0" destOrd="0" presId="urn:microsoft.com/office/officeart/2005/8/layout/hProcess7"/>
    <dgm:cxn modelId="{4ECBC688-B1EF-4CBB-9D7A-C4372D719A63}" type="presOf" srcId="{ABACE270-F4EC-44F0-B1F0-4E970951CF4B}" destId="{A7C0D16E-1A15-4446-AA0E-79B259DD1C5D}" srcOrd="0" destOrd="0" presId="urn:microsoft.com/office/officeart/2005/8/layout/hProcess7"/>
    <dgm:cxn modelId="{0073E990-1567-43A0-A336-DA40A7B9C987}" type="presOf" srcId="{F2091A15-BAA8-4725-B0E4-CB20B61CD773}" destId="{D699DA8A-BD63-489A-8463-64268E0039C7}" srcOrd="1" destOrd="0" presId="urn:microsoft.com/office/officeart/2005/8/layout/hProcess7"/>
    <dgm:cxn modelId="{6A59CA93-F217-4AEF-A498-574006244F8F}" srcId="{ABACE270-F4EC-44F0-B1F0-4E970951CF4B}" destId="{87522997-C4ED-4425-99EE-46177E4FDEB7}" srcOrd="2" destOrd="0" parTransId="{04ADA0A3-A9CA-4FCA-AA5C-FCDC5505FC71}" sibTransId="{0A2F5089-F990-4E9C-A664-85358E4545C9}"/>
    <dgm:cxn modelId="{A63FDA93-D52F-4FFE-A314-1D2DB426F26E}" type="presOf" srcId="{3B2AD94F-8B57-4DE6-83EE-765D0552E44A}" destId="{3C1F4090-C757-4914-9542-A226F81D7166}" srcOrd="0" destOrd="2" presId="urn:microsoft.com/office/officeart/2005/8/layout/hProcess7"/>
    <dgm:cxn modelId="{B604519A-F244-46DA-AF42-7C27012FB5AF}" type="presOf" srcId="{87522997-C4ED-4425-99EE-46177E4FDEB7}" destId="{774A0015-CF26-4108-BD10-298AE1752319}" srcOrd="0" destOrd="0" presId="urn:microsoft.com/office/officeart/2005/8/layout/hProcess7"/>
    <dgm:cxn modelId="{9E022FAE-EB67-44C5-AE23-E0884CFED781}" srcId="{F2091A15-BAA8-4725-B0E4-CB20B61CD773}" destId="{C3BC3846-41EF-4110-ACEF-D7C329858372}" srcOrd="2" destOrd="0" parTransId="{EED51E9A-4073-412A-9269-05B8F3CC49FC}" sibTransId="{11CE1FF4-974F-4201-A877-38F9D98CD87B}"/>
    <dgm:cxn modelId="{80E874DE-CDB8-424C-B9B5-068AD1D47CD8}" srcId="{87522997-C4ED-4425-99EE-46177E4FDEB7}" destId="{8F0C039D-37B7-414D-A608-68E4A7A2395E}" srcOrd="1" destOrd="0" parTransId="{6EF07A6C-A365-4D38-85DE-6B7148F53963}" sibTransId="{11CAF7D9-C582-4CAC-A367-9CDB4BF97F48}"/>
    <dgm:cxn modelId="{D8DB44E8-62B3-4793-84B9-8F193C6DA46C}" type="presOf" srcId="{93FEDBCC-6BCE-4395-8FE3-1012F24296B6}" destId="{3C1F4090-C757-4914-9542-A226F81D7166}" srcOrd="0" destOrd="1" presId="urn:microsoft.com/office/officeart/2005/8/layout/hProcess7"/>
    <dgm:cxn modelId="{9B7656E8-7828-49BC-9C0D-760FB5CA9EF2}" srcId="{8A806EE0-90F9-4260-81B1-21B7BE6B7163}" destId="{93FEDBCC-6BCE-4395-8FE3-1012F24296B6}" srcOrd="1" destOrd="0" parTransId="{A73FAA4C-AAFC-45DB-BC3A-BF1FAFA39EBC}" sibTransId="{C2104CD5-58B6-4F6F-83C7-DB4CBEBE09DA}"/>
    <dgm:cxn modelId="{C2354EE9-652E-44F9-9021-1CB86C63DBEB}" srcId="{8A806EE0-90F9-4260-81B1-21B7BE6B7163}" destId="{C8BB0B47-375A-41E0-BC8E-D4F75D0EF1D7}" srcOrd="0" destOrd="0" parTransId="{8DF17AFD-ADFF-4EF2-8A9B-1DCE9A5968AA}" sibTransId="{3D80AB54-FF1B-46A4-9BF4-5BD6E1919EC1}"/>
    <dgm:cxn modelId="{F8D7DFF2-2D59-491E-907A-D87DB78B6540}" type="presOf" srcId="{3F99E52C-087C-4BA5-B24E-5E7055FC2243}" destId="{5CEB202F-8789-43BA-B76F-A8330B681CC4}" srcOrd="0" destOrd="4" presId="urn:microsoft.com/office/officeart/2005/8/layout/hProcess7"/>
    <dgm:cxn modelId="{40B4AAF9-598F-49C1-A730-0F51460DF503}" type="presOf" srcId="{D16E3AB9-90A8-4EC2-9A74-528FBBE52491}" destId="{071A7974-0D50-4E0C-859A-763E3FC164A9}" srcOrd="0" destOrd="2" presId="urn:microsoft.com/office/officeart/2005/8/layout/hProcess7"/>
    <dgm:cxn modelId="{13437801-E868-4E7C-BDA4-ED1B3DAAE197}" type="presParOf" srcId="{A7C0D16E-1A15-4446-AA0E-79B259DD1C5D}" destId="{55CB7BBA-BC44-4F3E-AE8E-9C6833157D06}" srcOrd="0" destOrd="0" presId="urn:microsoft.com/office/officeart/2005/8/layout/hProcess7"/>
    <dgm:cxn modelId="{A29086FC-944A-47AD-A16C-6E87325FA2CF}" type="presParOf" srcId="{55CB7BBA-BC44-4F3E-AE8E-9C6833157D06}" destId="{8F7524B0-1A56-491C-B2C2-4A72716656F4}" srcOrd="0" destOrd="0" presId="urn:microsoft.com/office/officeart/2005/8/layout/hProcess7"/>
    <dgm:cxn modelId="{A1FED6D5-2A32-4580-B3F4-61628A7CDFC1}" type="presParOf" srcId="{55CB7BBA-BC44-4F3E-AE8E-9C6833157D06}" destId="{05955FE2-13AE-412F-A070-43233D8A11DB}" srcOrd="1" destOrd="0" presId="urn:microsoft.com/office/officeart/2005/8/layout/hProcess7"/>
    <dgm:cxn modelId="{D0A7B48A-E528-4FCF-BD24-378AF1C4D1C1}" type="presParOf" srcId="{55CB7BBA-BC44-4F3E-AE8E-9C6833157D06}" destId="{3C1F4090-C757-4914-9542-A226F81D7166}" srcOrd="2" destOrd="0" presId="urn:microsoft.com/office/officeart/2005/8/layout/hProcess7"/>
    <dgm:cxn modelId="{5FECEACD-8E0A-461D-BA6A-F265B661879A}" type="presParOf" srcId="{A7C0D16E-1A15-4446-AA0E-79B259DD1C5D}" destId="{8EAF63D5-85E3-4F4F-BD1F-D4A8B515BE06}" srcOrd="1" destOrd="0" presId="urn:microsoft.com/office/officeart/2005/8/layout/hProcess7"/>
    <dgm:cxn modelId="{DE949DE7-581D-4570-B5C3-5297F2CE7C9A}" type="presParOf" srcId="{A7C0D16E-1A15-4446-AA0E-79B259DD1C5D}" destId="{1A42CF8B-5666-40F7-BAF9-F721A02F1510}" srcOrd="2" destOrd="0" presId="urn:microsoft.com/office/officeart/2005/8/layout/hProcess7"/>
    <dgm:cxn modelId="{EED04A3B-4EB0-4FBF-8FE8-953DAD96778C}" type="presParOf" srcId="{1A42CF8B-5666-40F7-BAF9-F721A02F1510}" destId="{930106E0-F7A0-4BE1-A6A3-C1A0B6F750DC}" srcOrd="0" destOrd="0" presId="urn:microsoft.com/office/officeart/2005/8/layout/hProcess7"/>
    <dgm:cxn modelId="{5BD6DBD4-49D3-4CEC-93AA-B08AF00C31E1}" type="presParOf" srcId="{1A42CF8B-5666-40F7-BAF9-F721A02F1510}" destId="{A9A97DD3-06E0-483C-9804-EAA83F2F3B72}" srcOrd="1" destOrd="0" presId="urn:microsoft.com/office/officeart/2005/8/layout/hProcess7"/>
    <dgm:cxn modelId="{0858B935-BAE3-46AA-83ED-1DA647228CD4}" type="presParOf" srcId="{1A42CF8B-5666-40F7-BAF9-F721A02F1510}" destId="{1489EBC6-FE51-461E-85C4-419C90ED6F91}" srcOrd="2" destOrd="0" presId="urn:microsoft.com/office/officeart/2005/8/layout/hProcess7"/>
    <dgm:cxn modelId="{F558044D-A1DE-45EF-8FC9-C6DE4604E98A}" type="presParOf" srcId="{A7C0D16E-1A15-4446-AA0E-79B259DD1C5D}" destId="{5F640F2E-5CF4-4C1F-98E8-FA75852361F5}" srcOrd="3" destOrd="0" presId="urn:microsoft.com/office/officeart/2005/8/layout/hProcess7"/>
    <dgm:cxn modelId="{BEF1BB89-786B-480F-81A6-BAD0AC1E48F9}" type="presParOf" srcId="{A7C0D16E-1A15-4446-AA0E-79B259DD1C5D}" destId="{402B23CF-53AF-48A9-BC0C-EB4775E0AFB1}" srcOrd="4" destOrd="0" presId="urn:microsoft.com/office/officeart/2005/8/layout/hProcess7"/>
    <dgm:cxn modelId="{3C3636C7-59E8-4B69-8F05-FE8854A463CE}" type="presParOf" srcId="{402B23CF-53AF-48A9-BC0C-EB4775E0AFB1}" destId="{8603EC6A-2129-42E1-9239-9802753141F8}" srcOrd="0" destOrd="0" presId="urn:microsoft.com/office/officeart/2005/8/layout/hProcess7"/>
    <dgm:cxn modelId="{FA86E0F0-92BA-4E49-A44F-5810FB52F97E}" type="presParOf" srcId="{402B23CF-53AF-48A9-BC0C-EB4775E0AFB1}" destId="{D699DA8A-BD63-489A-8463-64268E0039C7}" srcOrd="1" destOrd="0" presId="urn:microsoft.com/office/officeart/2005/8/layout/hProcess7"/>
    <dgm:cxn modelId="{1942B79C-895C-4312-8250-515A671C6A14}" type="presParOf" srcId="{402B23CF-53AF-48A9-BC0C-EB4775E0AFB1}" destId="{5CEB202F-8789-43BA-B76F-A8330B681CC4}" srcOrd="2" destOrd="0" presId="urn:microsoft.com/office/officeart/2005/8/layout/hProcess7"/>
    <dgm:cxn modelId="{989A83B3-F646-46C2-AB28-263B68465EF5}" type="presParOf" srcId="{A7C0D16E-1A15-4446-AA0E-79B259DD1C5D}" destId="{3E043BEC-C62F-4E15-92F7-516436A956A3}" srcOrd="5" destOrd="0" presId="urn:microsoft.com/office/officeart/2005/8/layout/hProcess7"/>
    <dgm:cxn modelId="{E4851987-D023-4CD4-863B-A4BBB9ACDAB6}" type="presParOf" srcId="{A7C0D16E-1A15-4446-AA0E-79B259DD1C5D}" destId="{0E68AA4E-8731-43CD-881C-CE2AAB54EF41}" srcOrd="6" destOrd="0" presId="urn:microsoft.com/office/officeart/2005/8/layout/hProcess7"/>
    <dgm:cxn modelId="{E5D11061-F399-4458-8319-196A29484939}" type="presParOf" srcId="{0E68AA4E-8731-43CD-881C-CE2AAB54EF41}" destId="{DD5AF61C-5F04-4DBF-9AC3-A9C0FE5B7E45}" srcOrd="0" destOrd="0" presId="urn:microsoft.com/office/officeart/2005/8/layout/hProcess7"/>
    <dgm:cxn modelId="{74C28EBA-281A-4403-9AF5-EF42A87B0CAF}" type="presParOf" srcId="{0E68AA4E-8731-43CD-881C-CE2AAB54EF41}" destId="{5588DC25-106E-4786-B4DD-AAE379505664}" srcOrd="1" destOrd="0" presId="urn:microsoft.com/office/officeart/2005/8/layout/hProcess7"/>
    <dgm:cxn modelId="{E4019340-0288-4AA7-AD44-9298CEA0C53A}" type="presParOf" srcId="{0E68AA4E-8731-43CD-881C-CE2AAB54EF41}" destId="{43E5D303-54AC-4FD8-93E6-86AAD59FB32E}" srcOrd="2" destOrd="0" presId="urn:microsoft.com/office/officeart/2005/8/layout/hProcess7"/>
    <dgm:cxn modelId="{90B7A2E0-F912-432E-8483-C93C23C8DF2C}" type="presParOf" srcId="{A7C0D16E-1A15-4446-AA0E-79B259DD1C5D}" destId="{7C462EF4-7F74-49EF-A229-FE6D17963D03}" srcOrd="7" destOrd="0" presId="urn:microsoft.com/office/officeart/2005/8/layout/hProcess7"/>
    <dgm:cxn modelId="{322B531D-C310-4A96-8EF9-A4D40C243770}" type="presParOf" srcId="{A7C0D16E-1A15-4446-AA0E-79B259DD1C5D}" destId="{A3A10112-D191-42A1-A809-CDB9C2FE663F}" srcOrd="8" destOrd="0" presId="urn:microsoft.com/office/officeart/2005/8/layout/hProcess7"/>
    <dgm:cxn modelId="{4BACCB8A-A684-4E14-B3AF-1B50D779C1FA}" type="presParOf" srcId="{A3A10112-D191-42A1-A809-CDB9C2FE663F}" destId="{774A0015-CF26-4108-BD10-298AE1752319}" srcOrd="0" destOrd="0" presId="urn:microsoft.com/office/officeart/2005/8/layout/hProcess7"/>
    <dgm:cxn modelId="{8ED40B73-19AB-4EF0-B87D-DB3303600118}" type="presParOf" srcId="{A3A10112-D191-42A1-A809-CDB9C2FE663F}" destId="{3C3F6330-A7DC-411F-9E59-96BF2925F3C7}" srcOrd="1" destOrd="0" presId="urn:microsoft.com/office/officeart/2005/8/layout/hProcess7"/>
    <dgm:cxn modelId="{76AF9B37-E620-4EC2-960C-7C27214D1190}" type="presParOf" srcId="{A3A10112-D191-42A1-A809-CDB9C2FE663F}" destId="{071A7974-0D50-4E0C-859A-763E3FC164A9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7524B0-1A56-491C-B2C2-4A72716656F4}">
      <dsp:nvSpPr>
        <dsp:cNvPr id="0" name=""/>
        <dsp:cNvSpPr/>
      </dsp:nvSpPr>
      <dsp:spPr>
        <a:xfrm>
          <a:off x="274" y="0"/>
          <a:ext cx="1183384" cy="1041212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35560" bIns="0" numCol="1" spcCol="1270" anchor="t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</a:rPr>
            <a:t>IR Team Support</a:t>
          </a:r>
        </a:p>
      </dsp:txBody>
      <dsp:txXfrm rot="16200000">
        <a:off x="-308283" y="308558"/>
        <a:ext cx="853793" cy="236676"/>
      </dsp:txXfrm>
    </dsp:sp>
    <dsp:sp modelId="{3C1F4090-C757-4914-9542-A226F81D7166}">
      <dsp:nvSpPr>
        <dsp:cNvPr id="0" name=""/>
        <dsp:cNvSpPr/>
      </dsp:nvSpPr>
      <dsp:spPr>
        <a:xfrm>
          <a:off x="236951" y="0"/>
          <a:ext cx="881621" cy="104121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4290" rIns="0" bIns="0" numCol="1" spcCol="1270" anchor="t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4">
                  <a:lumMod val="60000"/>
                  <a:lumOff val="40000"/>
                </a:schemeClr>
              </a:solidFill>
            </a:rPr>
            <a:t>IR Assist</a:t>
          </a:r>
          <a:endParaRPr lang="en-US" sz="1000" b="1" kern="1200" dirty="0">
            <a:solidFill>
              <a:schemeClr val="accent4">
                <a:lumMod val="60000"/>
                <a:lumOff val="40000"/>
              </a:schemeClr>
            </a:solidFill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Yearly retainer: $10,500</a:t>
          </a:r>
          <a:endParaRPr lang="en-US" sz="800" kern="1200" dirty="0"/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&gt; Includes: 30+ hrs.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&gt; Incident response support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&gt; Monthly office hours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236951" y="0"/>
        <a:ext cx="881621" cy="1041212"/>
      </dsp:txXfrm>
    </dsp:sp>
    <dsp:sp modelId="{8603EC6A-2129-42E1-9239-9802753141F8}">
      <dsp:nvSpPr>
        <dsp:cNvPr id="0" name=""/>
        <dsp:cNvSpPr/>
      </dsp:nvSpPr>
      <dsp:spPr>
        <a:xfrm>
          <a:off x="1225077" y="0"/>
          <a:ext cx="1183384" cy="1041212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35560" bIns="0" numCol="1" spcCol="1270" anchor="t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00B0F0"/>
              </a:solidFill>
            </a:rPr>
            <a:t>IR Respond (DFIR)</a:t>
          </a:r>
        </a:p>
      </dsp:txBody>
      <dsp:txXfrm rot="16200000">
        <a:off x="916518" y="308558"/>
        <a:ext cx="853793" cy="236676"/>
      </dsp:txXfrm>
    </dsp:sp>
    <dsp:sp modelId="{A9A97DD3-06E0-483C-9804-EAA83F2F3B72}">
      <dsp:nvSpPr>
        <dsp:cNvPr id="0" name=""/>
        <dsp:cNvSpPr/>
      </dsp:nvSpPr>
      <dsp:spPr>
        <a:xfrm rot="5400000">
          <a:off x="1154482" y="803885"/>
          <a:ext cx="153023" cy="177507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B202F-8789-43BA-B76F-A8330B681CC4}">
      <dsp:nvSpPr>
        <dsp:cNvPr id="0" name=""/>
        <dsp:cNvSpPr/>
      </dsp:nvSpPr>
      <dsp:spPr>
        <a:xfrm>
          <a:off x="1461754" y="0"/>
          <a:ext cx="881621" cy="104121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4290" rIns="0" bIns="0" numCol="1" spcCol="1270" anchor="t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4">
                  <a:lumMod val="60000"/>
                  <a:lumOff val="40000"/>
                </a:schemeClr>
              </a:solidFill>
            </a:rPr>
            <a:t>IR Respond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Yearly retainer: $17,520</a:t>
          </a:r>
          <a:endParaRPr lang="en-US" sz="800" kern="1200" dirty="0"/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&gt; Includes: 50 hrs.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&gt; Monthly assessments 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&gt; 24/7 incident response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600" kern="1200" dirty="0"/>
            <a:t>&gt; Host forensics (DFIR)</a:t>
          </a:r>
        </a:p>
      </dsp:txBody>
      <dsp:txXfrm>
        <a:off x="1461754" y="0"/>
        <a:ext cx="881621" cy="1041212"/>
      </dsp:txXfrm>
    </dsp:sp>
    <dsp:sp modelId="{774A0015-CF26-4108-BD10-298AE1752319}">
      <dsp:nvSpPr>
        <dsp:cNvPr id="0" name=""/>
        <dsp:cNvSpPr/>
      </dsp:nvSpPr>
      <dsp:spPr>
        <a:xfrm>
          <a:off x="2449879" y="0"/>
          <a:ext cx="1183384" cy="1041212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35560" bIns="0" numCol="1" spcCol="1270" anchor="t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 rot="16200000">
        <a:off x="2141321" y="308558"/>
        <a:ext cx="853793" cy="236676"/>
      </dsp:txXfrm>
    </dsp:sp>
    <dsp:sp modelId="{5588DC25-106E-4786-B4DD-AAE379505664}">
      <dsp:nvSpPr>
        <dsp:cNvPr id="0" name=""/>
        <dsp:cNvSpPr/>
      </dsp:nvSpPr>
      <dsp:spPr>
        <a:xfrm rot="5400000">
          <a:off x="2379284" y="803885"/>
          <a:ext cx="153023" cy="177507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A7974-0D50-4E0C-859A-763E3FC164A9}">
      <dsp:nvSpPr>
        <dsp:cNvPr id="0" name=""/>
        <dsp:cNvSpPr/>
      </dsp:nvSpPr>
      <dsp:spPr>
        <a:xfrm>
          <a:off x="2686556" y="0"/>
          <a:ext cx="881621" cy="104121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7432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b="1" kern="1200" dirty="0">
            <a:solidFill>
              <a:srgbClr val="00B0F0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4">
                  <a:lumMod val="60000"/>
                  <a:lumOff val="40000"/>
                </a:schemeClr>
              </a:solidFill>
            </a:rPr>
            <a:t>IR Defend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Yearly retainer: $28,130</a:t>
          </a:r>
          <a:endParaRPr lang="en-US" sz="800" kern="1200" dirty="0"/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&gt; Includes: 80 hr.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&gt; Dedicated security advisor</a:t>
          </a:r>
        </a:p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&gt; Onboarded team member</a:t>
          </a:r>
        </a:p>
      </dsp:txBody>
      <dsp:txXfrm>
        <a:off x="2686556" y="0"/>
        <a:ext cx="881621" cy="1041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637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12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46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4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92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4">
            <a:extLst>
              <a:ext uri="{FF2B5EF4-FFF2-40B4-BE49-F238E27FC236}">
                <a16:creationId xmlns:a16="http://schemas.microsoft.com/office/drawing/2014/main" id="{8D33405B-3256-CC6A-D4B1-BA27C76C667A}"/>
              </a:ext>
            </a:extLst>
          </p:cNvPr>
          <p:cNvSpPr/>
          <p:nvPr/>
        </p:nvSpPr>
        <p:spPr>
          <a:xfrm>
            <a:off x="247131" y="2903627"/>
            <a:ext cx="69309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8F4FD"/>
                </a:solidFill>
              </a:rPr>
              <a:t>Expert-led cyber incident response, digital forensics, system recovery,</a:t>
            </a:r>
            <a:endParaRPr lang="en-US" sz="1600"/>
          </a:p>
          <a:p>
            <a:pPr marL="0" indent="0">
              <a:buNone/>
            </a:pPr>
            <a:r>
              <a:rPr lang="en-US" sz="1600" i="1">
                <a:solidFill>
                  <a:srgbClr val="E8F4FD"/>
                </a:solidFill>
              </a:rPr>
              <a:t>and remediation engineering — when seconds count.</a:t>
            </a:r>
            <a:endParaRPr lang="en-US" sz="160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39BCDCC5-2DD0-A30F-AEF1-6C71A88B7A95}"/>
              </a:ext>
            </a:extLst>
          </p:cNvPr>
          <p:cNvSpPr/>
          <p:nvPr/>
        </p:nvSpPr>
        <p:spPr>
          <a:xfrm>
            <a:off x="475731" y="4836187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17E54D5-E74F-4FE0-5C21-7DDDC5338952}"/>
              </a:ext>
            </a:extLst>
          </p:cNvPr>
          <p:cNvSpPr/>
          <p:nvPr/>
        </p:nvSpPr>
        <p:spPr>
          <a:xfrm>
            <a:off x="2898891" y="4836187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117DD71E-91E9-DB7F-73FE-E2E135AC8CE8}"/>
              </a:ext>
            </a:extLst>
          </p:cNvPr>
          <p:cNvSpPr/>
          <p:nvPr/>
        </p:nvSpPr>
        <p:spPr>
          <a:xfrm>
            <a:off x="5322051" y="4836187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6FC0F188-31E5-6FF1-7EF1-78C3B7226C9B}"/>
              </a:ext>
            </a:extLst>
          </p:cNvPr>
          <p:cNvSpPr/>
          <p:nvPr/>
        </p:nvSpPr>
        <p:spPr>
          <a:xfrm>
            <a:off x="475731" y="4836187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C173C4C-FD92-03C1-6778-919BB3F5C264}"/>
              </a:ext>
            </a:extLst>
          </p:cNvPr>
          <p:cNvSpPr/>
          <p:nvPr/>
        </p:nvSpPr>
        <p:spPr>
          <a:xfrm>
            <a:off x="475731" y="4881907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0B4D8"/>
                </a:solidFill>
              </a:rPr>
              <a:t>24/7</a:t>
            </a:r>
            <a:endParaRPr lang="en-US" sz="34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1390903-9429-2720-1082-EEA89EA7DA43}"/>
              </a:ext>
            </a:extLst>
          </p:cNvPr>
          <p:cNvSpPr/>
          <p:nvPr/>
        </p:nvSpPr>
        <p:spPr>
          <a:xfrm>
            <a:off x="475731" y="5567707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rgbClr val="94A3B8"/>
                </a:solidFill>
              </a:rPr>
              <a:t>Emergency</a:t>
            </a:r>
            <a:endParaRPr lang="en-US"/>
          </a:p>
          <a:p>
            <a:pPr marL="0" indent="0" algn="ctr">
              <a:buNone/>
            </a:pPr>
            <a:r>
              <a:rPr lang="en-US">
                <a:solidFill>
                  <a:srgbClr val="94A3B8"/>
                </a:solidFill>
              </a:rPr>
              <a:t>Response</a:t>
            </a:r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6E93D4C-D63C-8AD5-0588-9E93D249E8AB}"/>
              </a:ext>
            </a:extLst>
          </p:cNvPr>
          <p:cNvSpPr/>
          <p:nvPr/>
        </p:nvSpPr>
        <p:spPr>
          <a:xfrm>
            <a:off x="921166" y="1839024"/>
            <a:ext cx="53327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/>
              <a:t>Incident Response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E902463-2F29-6AA0-4579-10C14E08C77A}"/>
              </a:ext>
            </a:extLst>
          </p:cNvPr>
          <p:cNvSpPr/>
          <p:nvPr/>
        </p:nvSpPr>
        <p:spPr>
          <a:xfrm>
            <a:off x="247131" y="132994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>
              <a:solidFill>
                <a:srgbClr val="C00000"/>
              </a:solidFill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B78B90C0-C39A-BF42-9400-3DA023FBE37F}"/>
              </a:ext>
            </a:extLst>
          </p:cNvPr>
          <p:cNvSpPr/>
          <p:nvPr/>
        </p:nvSpPr>
        <p:spPr>
          <a:xfrm>
            <a:off x="5300099" y="4881907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0B4D8"/>
                </a:solidFill>
              </a:rPr>
              <a:t>100+</a:t>
            </a:r>
            <a:endParaRPr lang="en-US" sz="340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F380FAE-2AB8-C249-F188-42AC519E0A45}"/>
              </a:ext>
            </a:extLst>
          </p:cNvPr>
          <p:cNvSpPr/>
          <p:nvPr/>
        </p:nvSpPr>
        <p:spPr>
          <a:xfrm>
            <a:off x="2836285" y="557476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rgbClr val="94A3B8"/>
                </a:solidFill>
              </a:rPr>
              <a:t>Years of experience</a:t>
            </a:r>
            <a:endParaRPr 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D7F4997-50D7-FED6-9334-FF500E214CAF}"/>
              </a:ext>
            </a:extLst>
          </p:cNvPr>
          <p:cNvSpPr/>
          <p:nvPr/>
        </p:nvSpPr>
        <p:spPr>
          <a:xfrm>
            <a:off x="3051291" y="4881907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0B4D8"/>
                </a:solidFill>
              </a:rPr>
              <a:t>24+</a:t>
            </a:r>
            <a:endParaRPr lang="en-US" sz="340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8E2B2824-068D-1B31-AA0A-F129C0A20FFC}"/>
              </a:ext>
            </a:extLst>
          </p:cNvPr>
          <p:cNvSpPr/>
          <p:nvPr/>
        </p:nvSpPr>
        <p:spPr>
          <a:xfrm>
            <a:off x="5349240" y="5600706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rgbClr val="94A3B8"/>
                </a:solidFill>
              </a:rPr>
              <a:t>Security Incidents Managed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B816E-8594-81E6-C21D-53FEFA56FED8}"/>
              </a:ext>
            </a:extLst>
          </p:cNvPr>
          <p:cNvSpPr txBox="1"/>
          <p:nvPr/>
        </p:nvSpPr>
        <p:spPr>
          <a:xfrm>
            <a:off x="156875" y="558325"/>
            <a:ext cx="6097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00000">
                    <a:alpha val="55000"/>
                  </a:srgbClr>
                </a:solidFill>
                <a:latin typeface="Georgia" pitchFamily="34" charset="0"/>
              </a:rPr>
              <a:t>Digital Forensics &amp; Incident Response (DFIR)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57474">
            <a:off x="9087272" y="3850114"/>
            <a:ext cx="1589776" cy="2773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DC7813A-EFD5-997B-4416-27E3FAFD493C}"/>
              </a:ext>
            </a:extLst>
          </p:cNvPr>
          <p:cNvGrpSpPr/>
          <p:nvPr/>
        </p:nvGrpSpPr>
        <p:grpSpPr>
          <a:xfrm>
            <a:off x="0" y="-107230"/>
            <a:ext cx="5892994" cy="694176"/>
            <a:chOff x="0" y="-107230"/>
            <a:chExt cx="5892994" cy="694176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AC84FFF2-58D8-4966-BC76-7094D50D3990}"/>
                </a:ext>
              </a:extLst>
            </p:cNvPr>
            <p:cNvSpPr/>
            <p:nvPr/>
          </p:nvSpPr>
          <p:spPr>
            <a:xfrm>
              <a:off x="0" y="29533"/>
              <a:ext cx="4787473" cy="483520"/>
            </a:xfrm>
            <a:prstGeom prst="rect">
              <a:avLst/>
            </a:prstGeom>
            <a:solidFill>
              <a:srgbClr val="162040"/>
            </a:solidFill>
            <a:ln w="12700">
              <a:solidFill>
                <a:srgbClr val="162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65153DE2-B4F3-7B6B-9140-A89CCEE5F981}"/>
                </a:ext>
              </a:extLst>
            </p:cNvPr>
            <p:cNvSpPr/>
            <p:nvPr/>
          </p:nvSpPr>
          <p:spPr>
            <a:xfrm>
              <a:off x="206299" y="-107230"/>
              <a:ext cx="2286000" cy="694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FFFFFF"/>
                  </a:solidFill>
                  <a:latin typeface="Calibri" panose="020F0502020204030204"/>
                </a:rPr>
                <a:t>DARKSTACK</a:t>
              </a:r>
              <a:r>
                <a:rPr lang="en-US" sz="2000" b="1" dirty="0">
                  <a:solidFill>
                    <a:srgbClr val="FF0000"/>
                  </a:solidFill>
                  <a:latin typeface="Calibri" panose="020F0502020204030204"/>
                </a:rPr>
                <a:t>7</a:t>
              </a:r>
              <a:endParaRPr lang="en-US" sz="2000" dirty="0">
                <a:solidFill>
                  <a:srgbClr val="FF0000"/>
                </a:solidFill>
                <a:latin typeface="Calibri" panose="020F0502020204030204"/>
              </a:endParaRPr>
            </a:p>
          </p:txBody>
        </p:sp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8EECB9F6-4605-7BB5-4FA3-6E42FA618544}"/>
                </a:ext>
              </a:extLst>
            </p:cNvPr>
            <p:cNvSpPr/>
            <p:nvPr/>
          </p:nvSpPr>
          <p:spPr>
            <a:xfrm>
              <a:off x="418947" y="75634"/>
              <a:ext cx="5474047" cy="2616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/>
                <a:t>Info@darkstack7.com  |  www.darkstack7.com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627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" y="41148"/>
            <a:ext cx="12132274" cy="77724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DARKSTACK</a:t>
            </a:r>
            <a:r>
              <a:rPr lang="en-US" sz="2000" b="1" dirty="0">
                <a:solidFill>
                  <a:srgbClr val="FF0000"/>
                </a:solidFill>
              </a:rPr>
              <a:t>7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0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BFFF"/>
                </a:solidFill>
              </a:rPr>
              <a:t>Digital Forensics &amp; Incident Response (DFIR)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0" y="201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2">
                    <a:lumMod val="75000"/>
                  </a:schemeClr>
                </a:solidFill>
              </a:rPr>
              <a:t>info@darkstack7.com  |  www.darkstack7.com  |  Charlotte, NC</a:t>
            </a:r>
          </a:p>
        </p:txBody>
      </p:sp>
      <p:sp>
        <p:nvSpPr>
          <p:cNvPr id="7" name="Text 5"/>
          <p:cNvSpPr/>
          <p:nvPr/>
        </p:nvSpPr>
        <p:spPr>
          <a:xfrm>
            <a:off x="329102" y="960120"/>
            <a:ext cx="776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Incident Response (IR) Service Program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102" y="1481328"/>
            <a:ext cx="7763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DA0BC"/>
                </a:solidFill>
              </a:rPr>
              <a:t>From first call to full recovery — IR Triage · Digital Forensics · System Recovery · Remediation Engineering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874519"/>
            <a:ext cx="11466412" cy="45719"/>
          </a:xfrm>
          <a:prstGeom prst="rect">
            <a:avLst/>
          </a:prstGeom>
          <a:solidFill>
            <a:srgbClr val="00BFFF">
              <a:alpha val="40000"/>
            </a:srgbClr>
          </a:solidFill>
          <a:ln w="12700">
            <a:solidFill>
              <a:srgbClr val="00B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1965960"/>
            <a:ext cx="278892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" y="2039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IR Assist &amp; Triage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" y="2286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FFF"/>
                </a:solidFill>
              </a:rPr>
              <a:t>Team Uplift &amp; Support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24/7 emergency response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Threat validation &amp; Response scoping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Prioritization &amp; Network isolation assistance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Credential reset, Lateral movement lockdown, C2 blocking, threat intel research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Expert uplift for in-house teams 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Initial IOC list &amp; action checklist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Expert recommendations &amp; technical assistance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Customer is generally hands-on-keyboard</a:t>
            </a:r>
          </a:p>
          <a:p>
            <a:pPr>
              <a:spcAft>
                <a:spcPts val="200"/>
              </a:spcAft>
              <a:buSzPct val="100000"/>
            </a:pPr>
            <a:endParaRPr lang="en-US" sz="850" dirty="0">
              <a:solidFill>
                <a:srgbClr val="E8EEF5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1965960"/>
            <a:ext cx="278892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73552" y="2039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IR Response &amp; Forensics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2286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FFF"/>
                </a:solidFill>
              </a:rPr>
              <a:t>Digital Forensic Investigation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10128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Cloud IR (Azure, AWS, GCP)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On-premise Network infrastructure, Firewalls, ID/IPS, Servers, AD/</a:t>
            </a:r>
            <a:r>
              <a:rPr lang="en-US" sz="850" dirty="0" err="1">
                <a:solidFill>
                  <a:srgbClr val="E8EEF5"/>
                </a:solidFill>
              </a:rPr>
              <a:t>EntraID</a:t>
            </a:r>
            <a:r>
              <a:rPr lang="en-US" sz="850" dirty="0">
                <a:solidFill>
                  <a:srgbClr val="E8EEF5"/>
                </a:solidFill>
              </a:rPr>
              <a:t> activity and access logs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Forensic artifact collection and processing, Memory, disk, NTFS &amp; log forensics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Cloud IR (Azure, AWS, GCP)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Attack vector identification, root cause analysis, Attack timeline reconstruction 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Ransomware variant deep-dive analysis 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Data exfiltration assessment &amp; scope 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endParaRPr lang="en-US" sz="850" dirty="0">
              <a:solidFill>
                <a:srgbClr val="E8EEF5"/>
              </a:solidFill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80760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96112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51652C2-B63F-F6C0-A5EB-2D4C2308F720}"/>
              </a:ext>
            </a:extLst>
          </p:cNvPr>
          <p:cNvGrpSpPr/>
          <p:nvPr/>
        </p:nvGrpSpPr>
        <p:grpSpPr>
          <a:xfrm>
            <a:off x="6141310" y="1965960"/>
            <a:ext cx="2755309" cy="548640"/>
            <a:chOff x="8961120" y="1965960"/>
            <a:chExt cx="2788920" cy="548640"/>
          </a:xfrm>
        </p:grpSpPr>
        <p:sp>
          <p:nvSpPr>
            <p:cNvPr id="38" name="Shape 36"/>
            <p:cNvSpPr/>
            <p:nvPr/>
          </p:nvSpPr>
          <p:spPr>
            <a:xfrm>
              <a:off x="8961120" y="1965960"/>
              <a:ext cx="2788920" cy="548640"/>
            </a:xfrm>
            <a:prstGeom prst="rect">
              <a:avLst/>
            </a:prstGeom>
            <a:solidFill>
              <a:srgbClr val="162040"/>
            </a:solidFill>
            <a:ln w="12700">
              <a:solidFill>
                <a:srgbClr val="162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9034272" y="2039112"/>
              <a:ext cx="26426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 Incident Remediation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9034272" y="2286000"/>
              <a:ext cx="2642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00BFFF"/>
                  </a:solidFill>
                </a:rPr>
                <a:t>Engineering &amp; Hardening</a:t>
              </a:r>
              <a:endParaRPr lang="en-US" sz="85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6190488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Patch and harden exploited systems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Tune SIEM/EDR detection rules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Active Directory security hardening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Lock down lateral movement paths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Enforce least-privilege access controls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Deliver strategic remediation roadmap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Develop a go-to-green plan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961120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27F00"/>
                </a:solidFill>
              </a:rPr>
              <a:t>ADD-ON &amp; RETAINER SERVICES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4709160"/>
            <a:ext cx="3566160" cy="173736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" y="4709160"/>
            <a:ext cx="3566160" cy="41148"/>
          </a:xfrm>
          <a:prstGeom prst="rect">
            <a:avLst/>
          </a:prstGeom>
          <a:solidFill>
            <a:srgbClr val="F27F00"/>
          </a:solidFill>
          <a:ln w="12700">
            <a:solidFill>
              <a:srgbClr val="F2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9768" y="4773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Tabletop Exercise (TTX)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29768" y="5029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FFF"/>
                </a:solidFill>
              </a:rPr>
              <a:t>Standalone  |  Retainer Add-On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9768" y="52486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5"/>
                </a:solidFill>
              </a:rPr>
              <a:t>Proactive simulation scenarios that validate response playbooks and expose critical gaps. Required by many cyber insurance carriers and compliance frameworks (SOC 2, HIPAA, CMMC).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9768" y="5980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BFFF"/>
                </a:solidFill>
              </a:rPr>
              <a:t>Outcome: Gap analysis · Updated IR runbooks · Team readiness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023360" y="4709160"/>
            <a:ext cx="3566160" cy="173736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023360" y="4709160"/>
            <a:ext cx="3566160" cy="41148"/>
          </a:xfrm>
          <a:prstGeom prst="rect">
            <a:avLst/>
          </a:prstGeom>
          <a:solidFill>
            <a:srgbClr val="F27F00"/>
          </a:solidFill>
          <a:ln w="12700">
            <a:solidFill>
              <a:srgbClr val="F2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33088" y="4773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Insider Threat Investigations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133088" y="5029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FFF"/>
                </a:solidFill>
              </a:rPr>
              <a:t>Standalone  |  Retainer Add-On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133088" y="52486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EF5"/>
                </a:solidFill>
              </a:rPr>
              <a:t>Forensic and behavioral investigation of malicious insiders, rogue IT staff, and data theft scenarios. Defensible evidence packages for HR, legal, and executive teams.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133088" y="5980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BFFF"/>
                </a:solidFill>
              </a:rPr>
              <a:t>Outcome: Forensic evidence package · Legal-ready documentation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879657" y="4713361"/>
            <a:ext cx="4114800" cy="213969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879657" y="4709160"/>
            <a:ext cx="4114800" cy="411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010144" y="48074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IR Retainer Program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8010144" y="498241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chemeClr val="accent1">
                    <a:lumMod val="75000"/>
                  </a:schemeClr>
                </a:solidFill>
              </a:rPr>
              <a:t>Proactive partnership — not just break-fix response is how mature companies operate</a:t>
            </a: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8288" y="6409944"/>
            <a:ext cx="75895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0040" y="64556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27F00"/>
                </a:solidFill>
              </a:rPr>
              <a:t>DELIVERABLES: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161288" y="646150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EF5"/>
                </a:solidFill>
              </a:rPr>
              <a:t>Triage Memo  ·   Containment Actions Log  ·  Host Forensic Report  ·  Root Cause Analysis  ·  Executive Briefing  ·  Remediation Roadmap  ·  Weekly Status Reports</a:t>
            </a:r>
            <a:endParaRPr lang="en-US" sz="750" dirty="0"/>
          </a:p>
        </p:txBody>
      </p:sp>
      <p:graphicFrame>
        <p:nvGraphicFramePr>
          <p:cNvPr id="67" name="Diagram 66">
            <a:extLst>
              <a:ext uri="{FF2B5EF4-FFF2-40B4-BE49-F238E27FC236}">
                <a16:creationId xmlns:a16="http://schemas.microsoft.com/office/drawing/2014/main" id="{32774EE3-114E-A2B2-7AE5-4BAB70F1C5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2037403"/>
              </p:ext>
            </p:extLst>
          </p:nvPr>
        </p:nvGraphicFramePr>
        <p:xfrm>
          <a:off x="8002977" y="5183578"/>
          <a:ext cx="3633539" cy="104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0125FDB7-D2A4-DC2D-60E9-D54F91429212}"/>
              </a:ext>
            </a:extLst>
          </p:cNvPr>
          <p:cNvSpPr txBox="1"/>
          <p:nvPr/>
        </p:nvSpPr>
        <p:spPr>
          <a:xfrm>
            <a:off x="8002977" y="6251241"/>
            <a:ext cx="3626373" cy="54813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normAutofit lnSpcReduction="10000"/>
          </a:bodyPr>
          <a:lstStyle/>
          <a:p>
            <a:pPr marL="342900" indent="-342900">
              <a:spcAft>
                <a:spcPts val="1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700" dirty="0"/>
              <a:t>Pre-authorized IR hours — activate immediately</a:t>
            </a:r>
          </a:p>
          <a:p>
            <a:pPr marL="342900" indent="-342900">
              <a:spcAft>
                <a:spcPts val="1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700" dirty="0"/>
              <a:t>Regular asset familiarization with your environment, Emerging threats briefing</a:t>
            </a:r>
          </a:p>
          <a:p>
            <a:pPr marL="342900" indent="-342900">
              <a:spcAft>
                <a:spcPts val="1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700" dirty="0"/>
              <a:t>Detection &amp; response control reviews</a:t>
            </a:r>
          </a:p>
          <a:p>
            <a:pPr marL="342900" indent="-342900">
              <a:spcAft>
                <a:spcPts val="1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700" dirty="0"/>
              <a:t>Annual TTX &amp; Insider Threat support</a:t>
            </a: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7333BA8E-B4C2-3C8B-EDF4-7762A707FD27}"/>
              </a:ext>
            </a:extLst>
          </p:cNvPr>
          <p:cNvSpPr/>
          <p:nvPr/>
        </p:nvSpPr>
        <p:spPr>
          <a:xfrm>
            <a:off x="329102" y="320040"/>
            <a:ext cx="1591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Expert-Led Incident Response</a:t>
            </a:r>
            <a:endParaRPr lang="en-US" sz="9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B52719-4A6E-261B-F534-7DED821BEF49}"/>
              </a:ext>
            </a:extLst>
          </p:cNvPr>
          <p:cNvSpPr txBox="1"/>
          <p:nvPr/>
        </p:nvSpPr>
        <p:spPr>
          <a:xfrm>
            <a:off x="8010144" y="5212146"/>
            <a:ext cx="155448" cy="9855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67929B-7C01-B08C-EB48-9956BAAD400B}"/>
              </a:ext>
            </a:extLst>
          </p:cNvPr>
          <p:cNvSpPr txBox="1"/>
          <p:nvPr/>
        </p:nvSpPr>
        <p:spPr>
          <a:xfrm>
            <a:off x="10482395" y="5210030"/>
            <a:ext cx="155448" cy="9855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43A6C6-3D81-E672-B3D8-308667E6E375}"/>
              </a:ext>
            </a:extLst>
          </p:cNvPr>
          <p:cNvSpPr txBox="1"/>
          <p:nvPr/>
        </p:nvSpPr>
        <p:spPr>
          <a:xfrm>
            <a:off x="9242686" y="5214874"/>
            <a:ext cx="155448" cy="9855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F0A85E7-43C7-AFB7-8F18-B6E5FD74FD43}"/>
              </a:ext>
            </a:extLst>
          </p:cNvPr>
          <p:cNvGrpSpPr/>
          <p:nvPr/>
        </p:nvGrpSpPr>
        <p:grpSpPr>
          <a:xfrm>
            <a:off x="9033778" y="1979041"/>
            <a:ext cx="2752674" cy="548640"/>
            <a:chOff x="6080760" y="1965960"/>
            <a:chExt cx="2788920" cy="548640"/>
          </a:xfrm>
        </p:grpSpPr>
        <p:sp>
          <p:nvSpPr>
            <p:cNvPr id="32" name="Shape 30"/>
            <p:cNvSpPr/>
            <p:nvPr/>
          </p:nvSpPr>
          <p:spPr>
            <a:xfrm>
              <a:off x="6080760" y="1965960"/>
              <a:ext cx="2788920" cy="548640"/>
            </a:xfrm>
            <a:prstGeom prst="rect">
              <a:avLst/>
            </a:prstGeom>
            <a:solidFill>
              <a:srgbClr val="162040"/>
            </a:solidFill>
            <a:ln w="12700">
              <a:solidFill>
                <a:srgbClr val="162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6153912" y="2039112"/>
              <a:ext cx="26426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  System Recovery</a:t>
              </a:r>
              <a:endParaRPr lang="en-US" sz="11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153912" y="2286000"/>
              <a:ext cx="2642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00BFFF"/>
                  </a:solidFill>
                </a:rPr>
                <a:t>Infrastructure Restoration</a:t>
              </a:r>
              <a:endParaRPr lang="en-US" sz="850" dirty="0"/>
            </a:p>
          </p:txBody>
        </p:sp>
      </p:grpSp>
      <p:sp>
        <p:nvSpPr>
          <p:cNvPr id="35" name="Text 33"/>
          <p:cNvSpPr/>
          <p:nvPr/>
        </p:nvSpPr>
        <p:spPr>
          <a:xfrm>
            <a:off x="9084440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Verify and validate client backup integrity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Guide safe, staged system reintroduction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Confirm IOC clearance before production return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Support decryption and data restoration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Validate restored services and functionality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8EEF5"/>
                </a:solidFill>
              </a:rPr>
              <a:t>Advise on business continuity resumption</a:t>
            </a:r>
            <a:endParaRPr lang="en-US" sz="850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560</Words>
  <Application>Microsoft Office PowerPoint</Application>
  <PresentationFormat>Widescreen</PresentationFormat>
  <Paragraphs>93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Bookman Old Style</vt:lpstr>
      <vt:lpstr>Calibri</vt:lpstr>
      <vt:lpstr>Georgia</vt:lpstr>
      <vt:lpstr>Rockwell</vt:lpstr>
      <vt:lpstr>Wingdings</vt:lpstr>
      <vt:lpstr>Office Theme</vt:lpstr>
      <vt:lpstr>Damask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Joshua Nicholson</cp:lastModifiedBy>
  <cp:revision>3</cp:revision>
  <dcterms:created xsi:type="dcterms:W3CDTF">2026-04-30T20:21:24Z</dcterms:created>
  <dcterms:modified xsi:type="dcterms:W3CDTF">2026-05-01T15:39:26Z</dcterms:modified>
</cp:coreProperties>
</file>