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0"/>
  </p:notesMasterIdLst>
  <p:sldIdLst>
    <p:sldId id="275" r:id="rId3"/>
    <p:sldId id="258" r:id="rId4"/>
    <p:sldId id="256" r:id="rId5"/>
    <p:sldId id="261" r:id="rId6"/>
    <p:sldId id="260" r:id="rId7"/>
    <p:sldId id="276" r:id="rId8"/>
    <p:sldId id="28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982A28"/>
    <a:srgbClr val="3242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Nicholson" userId="6c965aa8-c44f-4320-89e8-7d79d5a0c0b9" providerId="ADAL" clId="{1AF3F0FF-B6D8-4805-B8B6-0862ADD7ED09}"/>
    <pc:docChg chg="undo redo custSel addSld delSld modSld sldOrd modMainMaster">
      <pc:chgData name="Joshua Nicholson" userId="6c965aa8-c44f-4320-89e8-7d79d5a0c0b9" providerId="ADAL" clId="{1AF3F0FF-B6D8-4805-B8B6-0862ADD7ED09}" dt="2026-05-08T05:07:56.121" v="5384"/>
      <pc:docMkLst>
        <pc:docMk/>
      </pc:docMkLst>
      <pc:sldChg chg="addSp delSp modSp mod">
        <pc:chgData name="Joshua Nicholson" userId="6c965aa8-c44f-4320-89e8-7d79d5a0c0b9" providerId="ADAL" clId="{1AF3F0FF-B6D8-4805-B8B6-0862ADD7ED09}" dt="2026-05-06T03:51:29.020" v="5344" actId="20577"/>
        <pc:sldMkLst>
          <pc:docMk/>
          <pc:sldMk cId="0" sldId="256"/>
        </pc:sldMkLst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56"/>
            <ac:spMk id="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16:33:08.841" v="2485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56"/>
            <ac:spMk id="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49:59.324" v="5295" actId="403"/>
          <ac:spMkLst>
            <pc:docMk/>
            <pc:sldMk cId="0" sldId="256"/>
            <ac:spMk id="8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0:24.621" v="5297" actId="403"/>
          <ac:spMkLst>
            <pc:docMk/>
            <pc:sldMk cId="0" sldId="256"/>
            <ac:spMk id="20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0:42.020" v="5298" actId="403"/>
          <ac:spMkLst>
            <pc:docMk/>
            <pc:sldMk cId="0" sldId="256"/>
            <ac:spMk id="22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0:24.621" v="5297" actId="403"/>
          <ac:spMkLst>
            <pc:docMk/>
            <pc:sldMk cId="0" sldId="256"/>
            <ac:spMk id="26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0:45.797" v="5299" actId="403"/>
          <ac:spMkLst>
            <pc:docMk/>
            <pc:sldMk cId="0" sldId="256"/>
            <ac:spMk id="28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1:29.020" v="5344" actId="20577"/>
          <ac:spMkLst>
            <pc:docMk/>
            <pc:sldMk cId="0" sldId="256"/>
            <ac:spMk id="29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0:24.621" v="5297" actId="403"/>
          <ac:spMkLst>
            <pc:docMk/>
            <pc:sldMk cId="0" sldId="256"/>
            <ac:spMk id="32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0:24.621" v="5297" actId="403"/>
          <ac:spMkLst>
            <pc:docMk/>
            <pc:sldMk cId="0" sldId="256"/>
            <ac:spMk id="3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1:02.477" v="5301" actId="255"/>
          <ac:spMkLst>
            <pc:docMk/>
            <pc:sldMk cId="0" sldId="256"/>
            <ac:spMk id="3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56"/>
            <ac:spMk id="3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0:24.621" v="5297" actId="403"/>
          <ac:spMkLst>
            <pc:docMk/>
            <pc:sldMk cId="0" sldId="256"/>
            <ac:spMk id="38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0:24.621" v="5297" actId="403"/>
          <ac:spMkLst>
            <pc:docMk/>
            <pc:sldMk cId="0" sldId="256"/>
            <ac:spMk id="39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0:53.628" v="5300" actId="255"/>
          <ac:spMkLst>
            <pc:docMk/>
            <pc:sldMk cId="0" sldId="256"/>
            <ac:spMk id="40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56"/>
            <ac:spMk id="41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56"/>
            <ac:spMk id="45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56"/>
            <ac:spMk id="4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1:18.557" v="5304" actId="404"/>
          <ac:spMkLst>
            <pc:docMk/>
            <pc:sldMk cId="0" sldId="256"/>
            <ac:spMk id="48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56"/>
            <ac:spMk id="5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1:18.557" v="5304" actId="404"/>
          <ac:spMkLst>
            <pc:docMk/>
            <pc:sldMk cId="0" sldId="256"/>
            <ac:spMk id="54" creationId="{00000000-0000-0000-0000-000000000000}"/>
          </ac:spMkLst>
        </pc:spChg>
      </pc:sldChg>
      <pc:sldChg chg="modSp add mod ord setBg">
        <pc:chgData name="Joshua Nicholson" userId="6c965aa8-c44f-4320-89e8-7d79d5a0c0b9" providerId="ADAL" clId="{1AF3F0FF-B6D8-4805-B8B6-0862ADD7ED09}" dt="2026-05-08T05:07:56.121" v="5384"/>
        <pc:sldMkLst>
          <pc:docMk/>
          <pc:sldMk cId="3692763336" sldId="258"/>
        </pc:sldMkLst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692763336" sldId="258"/>
            <ac:spMk id="2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4T21:35:48.476" v="1614" actId="207"/>
          <ac:spMkLst>
            <pc:docMk/>
            <pc:sldMk cId="3692763336" sldId="258"/>
            <ac:spMk id="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692763336" sldId="258"/>
            <ac:spMk id="9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43:36.902" v="5276" actId="207"/>
          <ac:spMkLst>
            <pc:docMk/>
            <pc:sldMk cId="3692763336" sldId="258"/>
            <ac:spMk id="10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3:13:23.909" v="5253" actId="12"/>
          <ac:spMkLst>
            <pc:docMk/>
            <pc:sldMk cId="3692763336" sldId="258"/>
            <ac:spMk id="11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692763336" sldId="258"/>
            <ac:spMk id="1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692763336" sldId="258"/>
            <ac:spMk id="16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43:45.061" v="5277" actId="207"/>
          <ac:spMkLst>
            <pc:docMk/>
            <pc:sldMk cId="3692763336" sldId="258"/>
            <ac:spMk id="1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692763336" sldId="258"/>
            <ac:spMk id="18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3:13:23.909" v="5253" actId="12"/>
          <ac:spMkLst>
            <pc:docMk/>
            <pc:sldMk cId="3692763336" sldId="258"/>
            <ac:spMk id="19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43:36.902" v="5276" actId="207"/>
          <ac:spMkLst>
            <pc:docMk/>
            <pc:sldMk cId="3692763336" sldId="258"/>
            <ac:spMk id="2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3:13:23.909" v="5253" actId="12"/>
          <ac:spMkLst>
            <pc:docMk/>
            <pc:sldMk cId="3692763336" sldId="258"/>
            <ac:spMk id="25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692763336" sldId="258"/>
            <ac:spMk id="28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43:45.061" v="5277" actId="207"/>
          <ac:spMkLst>
            <pc:docMk/>
            <pc:sldMk cId="3692763336" sldId="258"/>
            <ac:spMk id="31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3:13:23.909" v="5253" actId="12"/>
          <ac:spMkLst>
            <pc:docMk/>
            <pc:sldMk cId="3692763336" sldId="258"/>
            <ac:spMk id="32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692763336" sldId="258"/>
            <ac:spMk id="3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4:20:54.949" v="5377" actId="207"/>
          <ac:spMkLst>
            <pc:docMk/>
            <pc:sldMk cId="3692763336" sldId="258"/>
            <ac:spMk id="34" creationId="{00000000-0000-0000-0000-000000000000}"/>
          </ac:spMkLst>
        </pc:spChg>
      </pc:sldChg>
      <pc:sldChg chg="modSp add mod ord setBg">
        <pc:chgData name="Joshua Nicholson" userId="6c965aa8-c44f-4320-89e8-7d79d5a0c0b9" providerId="ADAL" clId="{1AF3F0FF-B6D8-4805-B8B6-0862ADD7ED09}" dt="2026-05-06T00:37:07.105" v="5274"/>
        <pc:sldMkLst>
          <pc:docMk/>
          <pc:sldMk cId="3096440477" sldId="260"/>
        </pc:sldMkLst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096440477" sldId="260"/>
            <ac:spMk id="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096440477" sldId="260"/>
            <ac:spMk id="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096440477" sldId="260"/>
            <ac:spMk id="5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2:23:53.472" v="3855" actId="20577"/>
          <ac:spMkLst>
            <pc:docMk/>
            <pc:sldMk cId="3096440477" sldId="260"/>
            <ac:spMk id="1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096440477" sldId="260"/>
            <ac:spMk id="1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096440477" sldId="260"/>
            <ac:spMk id="15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096440477" sldId="260"/>
            <ac:spMk id="21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096440477" sldId="260"/>
            <ac:spMk id="2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096440477" sldId="260"/>
            <ac:spMk id="2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096440477" sldId="260"/>
            <ac:spMk id="30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3096440477" sldId="260"/>
            <ac:spMk id="34" creationId="{00000000-0000-0000-0000-000000000000}"/>
          </ac:spMkLst>
        </pc:spChg>
      </pc:sldChg>
      <pc:sldChg chg="addSp delSp modSp add mod ord setBg">
        <pc:chgData name="Joshua Nicholson" userId="6c965aa8-c44f-4320-89e8-7d79d5a0c0b9" providerId="ADAL" clId="{1AF3F0FF-B6D8-4805-B8B6-0862ADD7ED09}" dt="2026-05-06T03:44:13.077" v="5278" actId="14100"/>
        <pc:sldMkLst>
          <pc:docMk/>
          <pc:sldMk cId="100196478" sldId="261"/>
        </pc:sldMkLst>
        <pc:spChg chg="mod">
          <ac:chgData name="Joshua Nicholson" userId="6c965aa8-c44f-4320-89e8-7d79d5a0c0b9" providerId="ADAL" clId="{1AF3F0FF-B6D8-4805-B8B6-0862ADD7ED09}" dt="2026-05-04T21:37:33.347" v="1627" actId="207"/>
          <ac:spMkLst>
            <pc:docMk/>
            <pc:sldMk cId="100196478" sldId="261"/>
            <ac:spMk id="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00196478" sldId="261"/>
            <ac:spMk id="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00196478" sldId="261"/>
            <ac:spMk id="5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00196478" sldId="261"/>
            <ac:spMk id="11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00196478" sldId="261"/>
            <ac:spMk id="12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00196478" sldId="261"/>
            <ac:spMk id="1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00196478" sldId="261"/>
            <ac:spMk id="20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4T21:38:07.883" v="1630" actId="1076"/>
          <ac:spMkLst>
            <pc:docMk/>
            <pc:sldMk cId="100196478" sldId="261"/>
            <ac:spMk id="25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00196478" sldId="261"/>
            <ac:spMk id="2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00196478" sldId="261"/>
            <ac:spMk id="28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0:00.624" v="3456" actId="1036"/>
          <ac:spMkLst>
            <pc:docMk/>
            <pc:sldMk cId="100196478" sldId="261"/>
            <ac:spMk id="29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0:00.624" v="3456" actId="1036"/>
          <ac:spMkLst>
            <pc:docMk/>
            <pc:sldMk cId="100196478" sldId="261"/>
            <ac:spMk id="31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0:00.624" v="3456" actId="1036"/>
          <ac:spMkLst>
            <pc:docMk/>
            <pc:sldMk cId="100196478" sldId="261"/>
            <ac:spMk id="32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0:00.624" v="3456" actId="1036"/>
          <ac:spMkLst>
            <pc:docMk/>
            <pc:sldMk cId="100196478" sldId="261"/>
            <ac:spMk id="3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0:00.624" v="3456" actId="1036"/>
          <ac:spMkLst>
            <pc:docMk/>
            <pc:sldMk cId="100196478" sldId="261"/>
            <ac:spMk id="3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0:00.624" v="3456" actId="1036"/>
          <ac:spMkLst>
            <pc:docMk/>
            <pc:sldMk cId="100196478" sldId="261"/>
            <ac:spMk id="36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0:00.624" v="3456" actId="1036"/>
          <ac:spMkLst>
            <pc:docMk/>
            <pc:sldMk cId="100196478" sldId="261"/>
            <ac:spMk id="41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0:00.624" v="3456" actId="1036"/>
          <ac:spMkLst>
            <pc:docMk/>
            <pc:sldMk cId="100196478" sldId="261"/>
            <ac:spMk id="42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00196478" sldId="261"/>
            <ac:spMk id="4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00196478" sldId="261"/>
            <ac:spMk id="46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0:00.624" v="3456" actId="1036"/>
          <ac:spMkLst>
            <pc:docMk/>
            <pc:sldMk cId="100196478" sldId="261"/>
            <ac:spMk id="48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0:00.624" v="3456" actId="1036"/>
          <ac:spMkLst>
            <pc:docMk/>
            <pc:sldMk cId="100196478" sldId="261"/>
            <ac:spMk id="49" creationId="{00000000-0000-0000-0000-000000000000}"/>
          </ac:spMkLst>
        </pc:spChg>
        <pc:spChg chg="add mod">
          <ac:chgData name="Joshua Nicholson" userId="6c965aa8-c44f-4320-89e8-7d79d5a0c0b9" providerId="ADAL" clId="{1AF3F0FF-B6D8-4805-B8B6-0862ADD7ED09}" dt="2026-05-06T03:44:13.077" v="5278" actId="14100"/>
          <ac:spMkLst>
            <pc:docMk/>
            <pc:sldMk cId="100196478" sldId="261"/>
            <ac:spMk id="64" creationId="{E903170F-F303-EF02-4F19-A60E9C2E32C9}"/>
          </ac:spMkLst>
        </pc:spChg>
        <pc:picChg chg="add mod">
          <ac:chgData name="Joshua Nicholson" userId="6c965aa8-c44f-4320-89e8-7d79d5a0c0b9" providerId="ADAL" clId="{1AF3F0FF-B6D8-4805-B8B6-0862ADD7ED09}" dt="2026-05-04T21:38:23.252" v="1632" actId="1076"/>
          <ac:picMkLst>
            <pc:docMk/>
            <pc:sldMk cId="100196478" sldId="261"/>
            <ac:picMk id="56" creationId="{CF703C11-310B-68E0-126C-89D95B56DB95}"/>
          </ac:picMkLst>
        </pc:picChg>
        <pc:picChg chg="add mod">
          <ac:chgData name="Joshua Nicholson" userId="6c965aa8-c44f-4320-89e8-7d79d5a0c0b9" providerId="ADAL" clId="{1AF3F0FF-B6D8-4805-B8B6-0862ADD7ED09}" dt="2026-05-05T20:41:49.480" v="2924" actId="1076"/>
          <ac:picMkLst>
            <pc:docMk/>
            <pc:sldMk cId="100196478" sldId="261"/>
            <ac:picMk id="57" creationId="{97E51BB4-A6AE-6DD2-CFE3-F555D72E662A}"/>
          </ac:picMkLst>
        </pc:picChg>
        <pc:picChg chg="add mod">
          <ac:chgData name="Joshua Nicholson" userId="6c965aa8-c44f-4320-89e8-7d79d5a0c0b9" providerId="ADAL" clId="{1AF3F0FF-B6D8-4805-B8B6-0862ADD7ED09}" dt="2026-05-05T21:20:13.472" v="3457" actId="1076"/>
          <ac:picMkLst>
            <pc:docMk/>
            <pc:sldMk cId="100196478" sldId="261"/>
            <ac:picMk id="59" creationId="{3CAAF30A-DF27-DF94-34F4-C15C595CD7D6}"/>
          </ac:picMkLst>
        </pc:picChg>
        <pc:picChg chg="add mod">
          <ac:chgData name="Joshua Nicholson" userId="6c965aa8-c44f-4320-89e8-7d79d5a0c0b9" providerId="ADAL" clId="{1AF3F0FF-B6D8-4805-B8B6-0862ADD7ED09}" dt="2026-05-05T21:20:20.138" v="3459" actId="1076"/>
          <ac:picMkLst>
            <pc:docMk/>
            <pc:sldMk cId="100196478" sldId="261"/>
            <ac:picMk id="61" creationId="{2381858B-292B-874F-D781-3FCABD759CB0}"/>
          </ac:picMkLst>
        </pc:picChg>
        <pc:picChg chg="add mod">
          <ac:chgData name="Joshua Nicholson" userId="6c965aa8-c44f-4320-89e8-7d79d5a0c0b9" providerId="ADAL" clId="{1AF3F0FF-B6D8-4805-B8B6-0862ADD7ED09}" dt="2026-05-05T21:20:25.935" v="3460" actId="1076"/>
          <ac:picMkLst>
            <pc:docMk/>
            <pc:sldMk cId="100196478" sldId="261"/>
            <ac:picMk id="63" creationId="{02973F99-9B50-3F9D-78E4-3550F0799CF4}"/>
          </ac:picMkLst>
        </pc:picChg>
      </pc:sldChg>
      <pc:sldChg chg="addSp delSp modSp mod setBg chgLayout">
        <pc:chgData name="Joshua Nicholson" userId="6c965aa8-c44f-4320-89e8-7d79d5a0c0b9" providerId="ADAL" clId="{1AF3F0FF-B6D8-4805-B8B6-0862ADD7ED09}" dt="2026-05-08T05:06:52.375" v="5382" actId="478"/>
        <pc:sldMkLst>
          <pc:docMk/>
          <pc:sldMk cId="2876276798" sldId="275"/>
        </pc:sldMkLst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2876276798" sldId="275"/>
            <ac:spMk id="4" creationId="{65153DE2-B4F3-7B6B-9140-A89CCEE5F981}"/>
          </ac:spMkLst>
        </pc:spChg>
        <pc:spChg chg="mod">
          <ac:chgData name="Joshua Nicholson" userId="6c965aa8-c44f-4320-89e8-7d79d5a0c0b9" providerId="ADAL" clId="{1AF3F0FF-B6D8-4805-B8B6-0862ADD7ED09}" dt="2026-05-06T03:46:40.803" v="5283" actId="207"/>
          <ac:spMkLst>
            <pc:docMk/>
            <pc:sldMk cId="2876276798" sldId="275"/>
            <ac:spMk id="8" creationId="{B4CB816E-8594-81E6-C21D-53FEFA56FED8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2876276798" sldId="275"/>
            <ac:spMk id="19" creationId="{8D33405B-3256-CC6A-D4B1-BA27C76C667A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2876276798" sldId="275"/>
            <ac:spMk id="20" creationId="{39BCDCC5-2DD0-A30F-AEF1-6C71A88B7A95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2876276798" sldId="275"/>
            <ac:spMk id="21" creationId="{D17E54D5-E74F-4FE0-5C21-7DDDC5338952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2876276798" sldId="275"/>
            <ac:spMk id="23" creationId="{6FC0F188-31E5-6FF1-7EF1-78C3B7226C9B}"/>
          </ac:spMkLst>
        </pc:spChg>
        <pc:spChg chg="mod">
          <ac:chgData name="Joshua Nicholson" userId="6c965aa8-c44f-4320-89e8-7d79d5a0c0b9" providerId="ADAL" clId="{1AF3F0FF-B6D8-4805-B8B6-0862ADD7ED09}" dt="2026-05-06T03:45:48.216" v="5280" actId="207"/>
          <ac:spMkLst>
            <pc:docMk/>
            <pc:sldMk cId="2876276798" sldId="275"/>
            <ac:spMk id="24" creationId="{4C173C4C-FD92-03C1-6778-919BB3F5C264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2876276798" sldId="275"/>
            <ac:spMk id="25" creationId="{21390903-9429-2720-1082-EEA89EA7DA43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2876276798" sldId="275"/>
            <ac:spMk id="27" creationId="{6E902463-2F29-6AA0-4579-10C14E08C77A}"/>
          </ac:spMkLst>
        </pc:spChg>
        <pc:spChg chg="mod">
          <ac:chgData name="Joshua Nicholson" userId="6c965aa8-c44f-4320-89e8-7d79d5a0c0b9" providerId="ADAL" clId="{1AF3F0FF-B6D8-4805-B8B6-0862ADD7ED09}" dt="2026-05-06T03:45:48.216" v="5280" actId="207"/>
          <ac:spMkLst>
            <pc:docMk/>
            <pc:sldMk cId="2876276798" sldId="275"/>
            <ac:spMk id="29" creationId="{B78B90C0-C39A-BF42-9400-3DA023FBE37F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2876276798" sldId="275"/>
            <ac:spMk id="30" creationId="{EF380FAE-2AB8-C249-F188-42AC519E0A45}"/>
          </ac:spMkLst>
        </pc:spChg>
        <pc:spChg chg="mod">
          <ac:chgData name="Joshua Nicholson" userId="6c965aa8-c44f-4320-89e8-7d79d5a0c0b9" providerId="ADAL" clId="{1AF3F0FF-B6D8-4805-B8B6-0862ADD7ED09}" dt="2026-05-06T03:45:48.216" v="5280" actId="207"/>
          <ac:spMkLst>
            <pc:docMk/>
            <pc:sldMk cId="2876276798" sldId="275"/>
            <ac:spMk id="31" creationId="{7D7F4997-50D7-FED6-9334-FF500E214CAF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2876276798" sldId="275"/>
            <ac:spMk id="32" creationId="{8E2B2824-068D-1B31-AA0A-F129C0A20FFC}"/>
          </ac:spMkLst>
        </pc:spChg>
        <pc:spChg chg="mod">
          <ac:chgData name="Joshua Nicholson" userId="6c965aa8-c44f-4320-89e8-7d79d5a0c0b9" providerId="ADAL" clId="{1AF3F0FF-B6D8-4805-B8B6-0862ADD7ED09}" dt="2026-05-06T03:46:59.582" v="5284" actId="403"/>
          <ac:spMkLst>
            <pc:docMk/>
            <pc:sldMk cId="2876276798" sldId="275"/>
            <ac:spMk id="35" creationId="{8EECB9F6-4605-7BB5-4FA3-6E42FA618544}"/>
          </ac:spMkLst>
        </pc:spChg>
        <pc:picChg chg="mod">
          <ac:chgData name="Joshua Nicholson" userId="6c965aa8-c44f-4320-89e8-7d79d5a0c0b9" providerId="ADAL" clId="{1AF3F0FF-B6D8-4805-B8B6-0862ADD7ED09}" dt="2026-05-06T00:19:41.443" v="5260" actId="1076"/>
          <ac:picMkLst>
            <pc:docMk/>
            <pc:sldMk cId="2876276798" sldId="275"/>
            <ac:picMk id="5" creationId="{00000000-0000-0000-0000-000000000000}"/>
          </ac:picMkLst>
        </pc:picChg>
        <pc:picChg chg="del">
          <ac:chgData name="Joshua Nicholson" userId="6c965aa8-c44f-4320-89e8-7d79d5a0c0b9" providerId="ADAL" clId="{1AF3F0FF-B6D8-4805-B8B6-0862ADD7ED09}" dt="2026-05-08T05:06:52.375" v="5382" actId="478"/>
          <ac:picMkLst>
            <pc:docMk/>
            <pc:sldMk cId="2876276798" sldId="275"/>
            <ac:picMk id="10" creationId="{86170099-9B37-75CF-9CA0-D38DBC0B6DF7}"/>
          </ac:picMkLst>
        </pc:picChg>
      </pc:sldChg>
      <pc:sldChg chg="addSp delSp modSp add mod setBg">
        <pc:chgData name="Joshua Nicholson" userId="6c965aa8-c44f-4320-89e8-7d79d5a0c0b9" providerId="ADAL" clId="{1AF3F0FF-B6D8-4805-B8B6-0862ADD7ED09}" dt="2026-05-06T05:54:21.870" v="5381" actId="403"/>
        <pc:sldMkLst>
          <pc:docMk/>
          <pc:sldMk cId="0" sldId="276"/>
        </pc:sldMkLst>
        <pc:spChg chg="mod">
          <ac:chgData name="Joshua Nicholson" userId="6c965aa8-c44f-4320-89e8-7d79d5a0c0b9" providerId="ADAL" clId="{1AF3F0FF-B6D8-4805-B8B6-0862ADD7ED09}" dt="2026-05-06T03:56:38.043" v="5345" actId="207"/>
          <ac:spMkLst>
            <pc:docMk/>
            <pc:sldMk cId="0" sldId="276"/>
            <ac:spMk id="6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76"/>
            <ac:spMk id="8" creationId="{00000000-0000-0000-0000-000000000000}"/>
          </ac:spMkLst>
        </pc:spChg>
        <pc:spChg chg="mod ord">
          <ac:chgData name="Joshua Nicholson" userId="6c965aa8-c44f-4320-89e8-7d79d5a0c0b9" providerId="ADAL" clId="{1AF3F0FF-B6D8-4805-B8B6-0862ADD7ED09}" dt="2026-05-05T21:27:09.905" v="3506" actId="14100"/>
          <ac:spMkLst>
            <pc:docMk/>
            <pc:sldMk cId="0" sldId="276"/>
            <ac:spMk id="10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5:54:21.870" v="5381" actId="403"/>
          <ac:spMkLst>
            <pc:docMk/>
            <pc:sldMk cId="0" sldId="276"/>
            <ac:spMk id="1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76"/>
            <ac:spMk id="1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76"/>
            <ac:spMk id="15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5:54:04.679" v="5379" actId="404"/>
          <ac:spMkLst>
            <pc:docMk/>
            <pc:sldMk cId="0" sldId="276"/>
            <ac:spMk id="1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76"/>
            <ac:spMk id="19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5:54:04.679" v="5379" actId="404"/>
          <ac:spMkLst>
            <pc:docMk/>
            <pc:sldMk cId="0" sldId="276"/>
            <ac:spMk id="20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18:19:13.407" v="2769" actId="403"/>
          <ac:spMkLst>
            <pc:docMk/>
            <pc:sldMk cId="0" sldId="276"/>
            <ac:spMk id="21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5:54:04.679" v="5379" actId="404"/>
          <ac:spMkLst>
            <pc:docMk/>
            <pc:sldMk cId="0" sldId="276"/>
            <ac:spMk id="2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76"/>
            <ac:spMk id="2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9:14.288" v="3518" actId="403"/>
          <ac:spMkLst>
            <pc:docMk/>
            <pc:sldMk cId="0" sldId="276"/>
            <ac:spMk id="26" creationId="{00000000-0000-0000-0000-000000000000}"/>
          </ac:spMkLst>
        </pc:spChg>
        <pc:spChg chg="add mod">
          <ac:chgData name="Joshua Nicholson" userId="6c965aa8-c44f-4320-89e8-7d79d5a0c0b9" providerId="ADAL" clId="{1AF3F0FF-B6D8-4805-B8B6-0862ADD7ED09}" dt="2026-05-05T16:33:23.741" v="2487"/>
          <ac:spMkLst>
            <pc:docMk/>
            <pc:sldMk cId="0" sldId="276"/>
            <ac:spMk id="28" creationId="{E6334238-B77C-FF05-A713-846864F2F585}"/>
          </ac:spMkLst>
        </pc:spChg>
        <pc:spChg chg="mod">
          <ac:chgData name="Joshua Nicholson" userId="6c965aa8-c44f-4320-89e8-7d79d5a0c0b9" providerId="ADAL" clId="{1AF3F0FF-B6D8-4805-B8B6-0862ADD7ED09}" dt="2026-05-06T05:54:21.870" v="5381" actId="403"/>
          <ac:spMkLst>
            <pc:docMk/>
            <pc:sldMk cId="0" sldId="276"/>
            <ac:spMk id="4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7:17.709" v="3507" actId="14100"/>
          <ac:spMkLst>
            <pc:docMk/>
            <pc:sldMk cId="0" sldId="276"/>
            <ac:spMk id="45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4T18:53:10.685" v="101" actId="208"/>
          <ac:spMkLst>
            <pc:docMk/>
            <pc:sldMk cId="0" sldId="276"/>
            <ac:spMk id="46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4T18:52:41.538" v="100" actId="20577"/>
          <ac:spMkLst>
            <pc:docMk/>
            <pc:sldMk cId="0" sldId="276"/>
            <ac:spMk id="4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4T18:55:26.177" v="257" actId="20577"/>
          <ac:spMkLst>
            <pc:docMk/>
            <pc:sldMk cId="0" sldId="276"/>
            <ac:spMk id="49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5:54:21.870" v="5381" actId="403"/>
          <ac:spMkLst>
            <pc:docMk/>
            <pc:sldMk cId="0" sldId="276"/>
            <ac:spMk id="50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18:19:13.407" v="2769" actId="403"/>
          <ac:spMkLst>
            <pc:docMk/>
            <pc:sldMk cId="0" sldId="276"/>
            <ac:spMk id="5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18:19:13.407" v="2769" actId="403"/>
          <ac:spMkLst>
            <pc:docMk/>
            <pc:sldMk cId="0" sldId="276"/>
            <ac:spMk id="55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4T19:46:41.783" v="1128" actId="20577"/>
          <ac:spMkLst>
            <pc:docMk/>
            <pc:sldMk cId="0" sldId="276"/>
            <ac:spMk id="5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15:23:26.268" v="1922" actId="20577"/>
          <ac:spMkLst>
            <pc:docMk/>
            <pc:sldMk cId="0" sldId="276"/>
            <ac:spMk id="60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6:52.783" v="3503" actId="14100"/>
          <ac:spMkLst>
            <pc:docMk/>
            <pc:sldMk cId="0" sldId="276"/>
            <ac:spMk id="61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0:50:24.590" v="2946" actId="1076"/>
          <ac:spMkLst>
            <pc:docMk/>
            <pc:sldMk cId="0" sldId="276"/>
            <ac:spMk id="6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4T20:36:01.765" v="1272" actId="1076"/>
          <ac:spMkLst>
            <pc:docMk/>
            <pc:sldMk cId="0" sldId="276"/>
            <ac:spMk id="67" creationId="{00000000-0000-0000-0000-000000000000}"/>
          </ac:spMkLst>
        </pc:spChg>
        <pc:spChg chg="add del mod">
          <ac:chgData name="Joshua Nicholson" userId="6c965aa8-c44f-4320-89e8-7d79d5a0c0b9" providerId="ADAL" clId="{1AF3F0FF-B6D8-4805-B8B6-0862ADD7ED09}" dt="2026-05-04T19:48:16.871" v="1142" actId="14100"/>
          <ac:spMkLst>
            <pc:docMk/>
            <pc:sldMk cId="0" sldId="276"/>
            <ac:spMk id="80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7:24.122" v="3508" actId="14100"/>
          <ac:spMkLst>
            <pc:docMk/>
            <pc:sldMk cId="0" sldId="276"/>
            <ac:spMk id="82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76"/>
            <ac:spMk id="8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5:54:21.870" v="5381" actId="403"/>
          <ac:spMkLst>
            <pc:docMk/>
            <pc:sldMk cId="0" sldId="276"/>
            <ac:spMk id="8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76"/>
            <ac:spMk id="88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3:57:32.403" v="5374" actId="20577"/>
          <ac:spMkLst>
            <pc:docMk/>
            <pc:sldMk cId="0" sldId="276"/>
            <ac:spMk id="91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18:19:13.407" v="2769" actId="403"/>
          <ac:spMkLst>
            <pc:docMk/>
            <pc:sldMk cId="0" sldId="276"/>
            <ac:spMk id="92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4T19:45:08.383" v="1010" actId="20577"/>
          <ac:spMkLst>
            <pc:docMk/>
            <pc:sldMk cId="0" sldId="276"/>
            <ac:spMk id="9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76"/>
            <ac:spMk id="95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0:53:14.217" v="3058" actId="20577"/>
          <ac:spMkLst>
            <pc:docMk/>
            <pc:sldMk cId="0" sldId="276"/>
            <ac:spMk id="97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26:57.673" v="3504" actId="14100"/>
          <ac:spMkLst>
            <pc:docMk/>
            <pc:sldMk cId="0" sldId="276"/>
            <ac:spMk id="98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18:19:13.407" v="2769" actId="403"/>
          <ac:spMkLst>
            <pc:docMk/>
            <pc:sldMk cId="0" sldId="276"/>
            <ac:spMk id="99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5T21:35:17.004" v="3804" actId="1076"/>
          <ac:spMkLst>
            <pc:docMk/>
            <pc:sldMk cId="0" sldId="276"/>
            <ac:spMk id="100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4:05:17.509" v="5376" actId="207"/>
          <ac:spMkLst>
            <pc:docMk/>
            <pc:sldMk cId="0" sldId="276"/>
            <ac:spMk id="119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4:05:09.644" v="5375" actId="207"/>
          <ac:spMkLst>
            <pc:docMk/>
            <pc:sldMk cId="0" sldId="276"/>
            <ac:spMk id="120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76"/>
            <ac:spMk id="121" creationId="{00000000-0000-0000-0000-000000000000}"/>
          </ac:spMkLst>
        </pc:spChg>
        <pc:spChg chg="add mod">
          <ac:chgData name="Joshua Nicholson" userId="6c965aa8-c44f-4320-89e8-7d79d5a0c0b9" providerId="ADAL" clId="{1AF3F0FF-B6D8-4805-B8B6-0862ADD7ED09}" dt="2026-05-05T18:19:13.407" v="2769" actId="403"/>
          <ac:spMkLst>
            <pc:docMk/>
            <pc:sldMk cId="0" sldId="276"/>
            <ac:spMk id="123" creationId="{A68B25E9-EC8B-9A1D-3166-662426D9854A}"/>
          </ac:spMkLst>
        </pc:spChg>
        <pc:spChg chg="add mod">
          <ac:chgData name="Joshua Nicholson" userId="6c965aa8-c44f-4320-89e8-7d79d5a0c0b9" providerId="ADAL" clId="{1AF3F0FF-B6D8-4805-B8B6-0862ADD7ED09}" dt="2026-05-04T18:52:13.441" v="79" actId="20577"/>
          <ac:spMkLst>
            <pc:docMk/>
            <pc:sldMk cId="0" sldId="276"/>
            <ac:spMk id="124" creationId="{FBE7EE59-4846-DF8A-24E2-30E3D988141F}"/>
          </ac:spMkLst>
        </pc:spChg>
        <pc:spChg chg="add mod">
          <ac:chgData name="Joshua Nicholson" userId="6c965aa8-c44f-4320-89e8-7d79d5a0c0b9" providerId="ADAL" clId="{1AF3F0FF-B6D8-4805-B8B6-0862ADD7ED09}" dt="2026-05-05T21:34:50.820" v="3801" actId="5793"/>
          <ac:spMkLst>
            <pc:docMk/>
            <pc:sldMk cId="0" sldId="276"/>
            <ac:spMk id="126" creationId="{999CFAD0-DE1E-72B9-39AB-560E66B182C6}"/>
          </ac:spMkLst>
        </pc:spChg>
        <pc:spChg chg="add mod">
          <ac:chgData name="Joshua Nicholson" userId="6c965aa8-c44f-4320-89e8-7d79d5a0c0b9" providerId="ADAL" clId="{1AF3F0FF-B6D8-4805-B8B6-0862ADD7ED09}" dt="2026-05-06T00:37:07.105" v="5274"/>
          <ac:spMkLst>
            <pc:docMk/>
            <pc:sldMk cId="0" sldId="276"/>
            <ac:spMk id="127" creationId="{4FB8A788-C891-A21F-A5DD-BA8C70846C91}"/>
          </ac:spMkLst>
        </pc:spChg>
        <pc:spChg chg="add mod">
          <ac:chgData name="Joshua Nicholson" userId="6c965aa8-c44f-4320-89e8-7d79d5a0c0b9" providerId="ADAL" clId="{1AF3F0FF-B6D8-4805-B8B6-0862ADD7ED09}" dt="2026-05-05T21:42:17.176" v="3830" actId="20577"/>
          <ac:spMkLst>
            <pc:docMk/>
            <pc:sldMk cId="0" sldId="276"/>
            <ac:spMk id="128" creationId="{FC99CC25-E39A-E769-EF4A-BFBFDF318BFC}"/>
          </ac:spMkLst>
        </pc:spChg>
      </pc:sldChg>
      <pc:sldChg chg="addSp delSp modSp add mod ord setBg">
        <pc:chgData name="Joshua Nicholson" userId="6c965aa8-c44f-4320-89e8-7d79d5a0c0b9" providerId="ADAL" clId="{1AF3F0FF-B6D8-4805-B8B6-0862ADD7ED09}" dt="2026-05-06T00:37:07.105" v="5274"/>
        <pc:sldMkLst>
          <pc:docMk/>
          <pc:sldMk cId="1194445399" sldId="281"/>
        </pc:sldMkLst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194445399" sldId="281"/>
            <ac:spMk id="2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4T21:50:35.873" v="1879" actId="14100"/>
          <ac:spMkLst>
            <pc:docMk/>
            <pc:sldMk cId="1194445399" sldId="281"/>
            <ac:spMk id="5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194445399" sldId="281"/>
            <ac:spMk id="6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194445399" sldId="281"/>
            <ac:spMk id="9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k cId="1194445399" sldId="281"/>
            <ac:spMk id="10" creationId="{00000000-0000-0000-0000-000000000000}"/>
          </ac:spMkLst>
        </pc:spChg>
        <pc:spChg chg="add mod">
          <ac:chgData name="Joshua Nicholson" userId="6c965aa8-c44f-4320-89e8-7d79d5a0c0b9" providerId="ADAL" clId="{1AF3F0FF-B6D8-4805-B8B6-0862ADD7ED09}" dt="2026-05-06T00:37:07.105" v="5274"/>
          <ac:spMkLst>
            <pc:docMk/>
            <pc:sldMk cId="1194445399" sldId="281"/>
            <ac:spMk id="11" creationId="{94C364BC-2AF1-1A59-EAB4-1F54E99216A2}"/>
          </ac:spMkLst>
        </pc:spChg>
        <pc:spChg chg="add mod">
          <ac:chgData name="Joshua Nicholson" userId="6c965aa8-c44f-4320-89e8-7d79d5a0c0b9" providerId="ADAL" clId="{1AF3F0FF-B6D8-4805-B8B6-0862ADD7ED09}" dt="2026-05-04T21:41:44.843" v="1640" actId="1076"/>
          <ac:spMkLst>
            <pc:docMk/>
            <pc:sldMk cId="1194445399" sldId="281"/>
            <ac:spMk id="12" creationId="{2CD78047-E237-AFB7-513B-85B117D16E72}"/>
          </ac:spMkLst>
        </pc:spChg>
        <pc:spChg chg="add mod">
          <ac:chgData name="Joshua Nicholson" userId="6c965aa8-c44f-4320-89e8-7d79d5a0c0b9" providerId="ADAL" clId="{1AF3F0FF-B6D8-4805-B8B6-0862ADD7ED09}" dt="2026-05-04T21:41:44.843" v="1640" actId="1076"/>
          <ac:spMkLst>
            <pc:docMk/>
            <pc:sldMk cId="1194445399" sldId="281"/>
            <ac:spMk id="13" creationId="{DF3DAD81-43E0-2FFB-7DA8-BD380AE84E70}"/>
          </ac:spMkLst>
        </pc:spChg>
        <pc:spChg chg="add mod">
          <ac:chgData name="Joshua Nicholson" userId="6c965aa8-c44f-4320-89e8-7d79d5a0c0b9" providerId="ADAL" clId="{1AF3F0FF-B6D8-4805-B8B6-0862ADD7ED09}" dt="2026-05-04T21:46:56.474" v="1856" actId="20577"/>
          <ac:spMkLst>
            <pc:docMk/>
            <pc:sldMk cId="1194445399" sldId="281"/>
            <ac:spMk id="14" creationId="{57327FA2-5BC0-E729-00A1-AEE280A9C6E4}"/>
          </ac:spMkLst>
        </pc:spChg>
        <pc:spChg chg="add mod">
          <ac:chgData name="Joshua Nicholson" userId="6c965aa8-c44f-4320-89e8-7d79d5a0c0b9" providerId="ADAL" clId="{1AF3F0FF-B6D8-4805-B8B6-0862ADD7ED09}" dt="2026-05-06T00:37:07.105" v="5274"/>
          <ac:spMkLst>
            <pc:docMk/>
            <pc:sldMk cId="1194445399" sldId="281"/>
            <ac:spMk id="15" creationId="{BCFDB81E-9DC3-EC7C-1F94-99FBDF9E5BED}"/>
          </ac:spMkLst>
        </pc:spChg>
        <pc:spChg chg="add mod">
          <ac:chgData name="Joshua Nicholson" userId="6c965aa8-c44f-4320-89e8-7d79d5a0c0b9" providerId="ADAL" clId="{1AF3F0FF-B6D8-4805-B8B6-0862ADD7ED09}" dt="2026-05-04T21:41:44.843" v="1640" actId="1076"/>
          <ac:spMkLst>
            <pc:docMk/>
            <pc:sldMk cId="1194445399" sldId="281"/>
            <ac:spMk id="16" creationId="{B1EB883C-BDBC-D631-0077-EB75EFB7011D}"/>
          </ac:spMkLst>
        </pc:spChg>
        <pc:spChg chg="add mod">
          <ac:chgData name="Joshua Nicholson" userId="6c965aa8-c44f-4320-89e8-7d79d5a0c0b9" providerId="ADAL" clId="{1AF3F0FF-B6D8-4805-B8B6-0862ADD7ED09}" dt="2026-05-06T00:37:07.105" v="5274"/>
          <ac:spMkLst>
            <pc:docMk/>
            <pc:sldMk cId="1194445399" sldId="281"/>
            <ac:spMk id="17" creationId="{4466A5B5-3B83-87A9-5497-8E3FF34A49EE}"/>
          </ac:spMkLst>
        </pc:spChg>
        <pc:spChg chg="add mod">
          <ac:chgData name="Joshua Nicholson" userId="6c965aa8-c44f-4320-89e8-7d79d5a0c0b9" providerId="ADAL" clId="{1AF3F0FF-B6D8-4805-B8B6-0862ADD7ED09}" dt="2026-05-06T00:37:07.105" v="5274"/>
          <ac:spMkLst>
            <pc:docMk/>
            <pc:sldMk cId="1194445399" sldId="281"/>
            <ac:spMk id="18" creationId="{17D3CEF0-8195-5128-CE47-7BD42C75BBD9}"/>
          </ac:spMkLst>
        </pc:spChg>
        <pc:spChg chg="add mod">
          <ac:chgData name="Joshua Nicholson" userId="6c965aa8-c44f-4320-89e8-7d79d5a0c0b9" providerId="ADAL" clId="{1AF3F0FF-B6D8-4805-B8B6-0862ADD7ED09}" dt="2026-05-06T00:37:07.105" v="5274"/>
          <ac:spMkLst>
            <pc:docMk/>
            <pc:sldMk cId="1194445399" sldId="281"/>
            <ac:spMk id="19" creationId="{7B9549F5-D0F6-4204-424E-0F976FD703A9}"/>
          </ac:spMkLst>
        </pc:spChg>
        <pc:spChg chg="add mod">
          <ac:chgData name="Joshua Nicholson" userId="6c965aa8-c44f-4320-89e8-7d79d5a0c0b9" providerId="ADAL" clId="{1AF3F0FF-B6D8-4805-B8B6-0862ADD7ED09}" dt="2026-05-04T21:41:44.843" v="1640" actId="1076"/>
          <ac:spMkLst>
            <pc:docMk/>
            <pc:sldMk cId="1194445399" sldId="281"/>
            <ac:spMk id="20" creationId="{88EC50E9-B505-7097-76A3-3B409532EFC8}"/>
          </ac:spMkLst>
        </pc:spChg>
        <pc:spChg chg="add mod">
          <ac:chgData name="Joshua Nicholson" userId="6c965aa8-c44f-4320-89e8-7d79d5a0c0b9" providerId="ADAL" clId="{1AF3F0FF-B6D8-4805-B8B6-0862ADD7ED09}" dt="2026-05-06T00:37:07.105" v="5274"/>
          <ac:spMkLst>
            <pc:docMk/>
            <pc:sldMk cId="1194445399" sldId="281"/>
            <ac:spMk id="25" creationId="{7F8FE087-8106-8733-BF82-D50EE8C19BC4}"/>
          </ac:spMkLst>
        </pc:spChg>
        <pc:picChg chg="add mod">
          <ac:chgData name="Joshua Nicholson" userId="6c965aa8-c44f-4320-89e8-7d79d5a0c0b9" providerId="ADAL" clId="{1AF3F0FF-B6D8-4805-B8B6-0862ADD7ED09}" dt="2026-05-04T21:44:09.585" v="1757" actId="1076"/>
          <ac:picMkLst>
            <pc:docMk/>
            <pc:sldMk cId="1194445399" sldId="281"/>
            <ac:picMk id="24" creationId="{E9532D85-B845-671E-DFB6-8921803FDA87}"/>
          </ac:picMkLst>
        </pc:picChg>
      </pc:sldChg>
      <pc:sldMasterChg chg="modSp">
        <pc:chgData name="Joshua Nicholson" userId="6c965aa8-c44f-4320-89e8-7d79d5a0c0b9" providerId="ADAL" clId="{1AF3F0FF-B6D8-4805-B8B6-0862ADD7ED09}" dt="2026-05-06T03:42:36.358" v="5275" actId="735"/>
        <pc:sldMasterMkLst>
          <pc:docMk/>
          <pc:sldMasterMk cId="0" sldId="2147483648"/>
        </pc:sldMasterMkLst>
      </pc:sldMasterChg>
      <pc:sldMasterChg chg="modSp modSldLayout">
        <pc:chgData name="Joshua Nicholson" userId="6c965aa8-c44f-4320-89e8-7d79d5a0c0b9" providerId="ADAL" clId="{1AF3F0FF-B6D8-4805-B8B6-0862ADD7ED09}" dt="2026-05-06T00:37:07.105" v="5274"/>
        <pc:sldMasterMkLst>
          <pc:docMk/>
          <pc:sldMasterMk cId="1931992851" sldId="2147483651"/>
        </pc:sldMasterMkLst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asterMk cId="1931992851" sldId="2147483651"/>
            <ac:spMk id="2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asterMk cId="1931992851" sldId="2147483651"/>
            <ac:spMk id="3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asterMk cId="1931992851" sldId="2147483651"/>
            <ac:spMk id="4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asterMk cId="1931992851" sldId="2147483651"/>
            <ac:spMk id="5" creationId="{00000000-0000-0000-0000-000000000000}"/>
          </ac:spMkLst>
        </pc:spChg>
        <pc:spChg chg="mod">
          <ac:chgData name="Joshua Nicholson" userId="6c965aa8-c44f-4320-89e8-7d79d5a0c0b9" providerId="ADAL" clId="{1AF3F0FF-B6D8-4805-B8B6-0862ADD7ED09}" dt="2026-05-06T00:37:07.105" v="5274"/>
          <ac:spMkLst>
            <pc:docMk/>
            <pc:sldMasterMk cId="1931992851" sldId="2147483651"/>
            <ac:spMk id="6" creationId="{00000000-0000-0000-0000-000000000000}"/>
          </ac:spMkLst>
        </pc:spChg>
        <pc:sldLayoutChg chg="modSp">
          <pc:chgData name="Joshua Nicholson" userId="6c965aa8-c44f-4320-89e8-7d79d5a0c0b9" providerId="ADAL" clId="{1AF3F0FF-B6D8-4805-B8B6-0862ADD7ED09}" dt="2026-05-06T00:30:34.671" v="5266" actId="735"/>
          <pc:sldLayoutMkLst>
            <pc:docMk/>
            <pc:sldMasterMk cId="1931992851" sldId="2147483651"/>
            <pc:sldLayoutMk cId="3359949740" sldId="2147483652"/>
          </pc:sldLayoutMkLst>
        </pc:sldLayoutChg>
      </pc:sldMasterChg>
    </pc:docChg>
  </pc:docChgLst>
  <pc:docChgLst>
    <pc:chgData name="Joshua Nicholson" userId="6c965aa8-c44f-4320-89e8-7d79d5a0c0b9" providerId="ADAL" clId="{C1FDAF17-B915-4D49-8B9A-2EF121685DFF}"/>
    <pc:docChg chg="custSel modSld">
      <pc:chgData name="Joshua Nicholson" userId="6c965aa8-c44f-4320-89e8-7d79d5a0c0b9" providerId="ADAL" clId="{C1FDAF17-B915-4D49-8B9A-2EF121685DFF}" dt="2026-05-06T15:28:54.794" v="15" actId="1076"/>
      <pc:docMkLst>
        <pc:docMk/>
      </pc:docMkLst>
      <pc:sldChg chg="modSp mod">
        <pc:chgData name="Joshua Nicholson" userId="6c965aa8-c44f-4320-89e8-7d79d5a0c0b9" providerId="ADAL" clId="{C1FDAF17-B915-4D49-8B9A-2EF121685DFF}" dt="2026-05-06T15:25:53.177" v="6" actId="122"/>
        <pc:sldMkLst>
          <pc:docMk/>
          <pc:sldMk cId="100196478" sldId="261"/>
        </pc:sldMkLst>
        <pc:spChg chg="mod">
          <ac:chgData name="Joshua Nicholson" userId="6c965aa8-c44f-4320-89e8-7d79d5a0c0b9" providerId="ADAL" clId="{C1FDAF17-B915-4D49-8B9A-2EF121685DFF}" dt="2026-05-06T15:25:53.177" v="6" actId="122"/>
          <ac:spMkLst>
            <pc:docMk/>
            <pc:sldMk cId="100196478" sldId="261"/>
            <ac:spMk id="64" creationId="{E903170F-F303-EF02-4F19-A60E9C2E32C9}"/>
          </ac:spMkLst>
        </pc:spChg>
      </pc:sldChg>
      <pc:sldChg chg="addSp delSp modSp mod">
        <pc:chgData name="Joshua Nicholson" userId="6c965aa8-c44f-4320-89e8-7d79d5a0c0b9" providerId="ADAL" clId="{C1FDAF17-B915-4D49-8B9A-2EF121685DFF}" dt="2026-05-06T15:28:54.794" v="15" actId="1076"/>
        <pc:sldMkLst>
          <pc:docMk/>
          <pc:sldMk cId="2876276798" sldId="275"/>
        </pc:sldMkLst>
      </pc:sldChg>
      <pc:sldChg chg="modSp mod">
        <pc:chgData name="Joshua Nicholson" userId="6c965aa8-c44f-4320-89e8-7d79d5a0c0b9" providerId="ADAL" clId="{C1FDAF17-B915-4D49-8B9A-2EF121685DFF}" dt="2026-05-06T15:26:39.839" v="9" actId="255"/>
        <pc:sldMkLst>
          <pc:docMk/>
          <pc:sldMk cId="1194445399" sldId="281"/>
        </pc:sldMkLst>
        <pc:spChg chg="mod">
          <ac:chgData name="Joshua Nicholson" userId="6c965aa8-c44f-4320-89e8-7d79d5a0c0b9" providerId="ADAL" clId="{C1FDAF17-B915-4D49-8B9A-2EF121685DFF}" dt="2026-05-06T15:26:27.473" v="8" actId="1076"/>
          <ac:spMkLst>
            <pc:docMk/>
            <pc:sldMk cId="1194445399" sldId="281"/>
            <ac:spMk id="4" creationId="{00000000-0000-0000-0000-000000000000}"/>
          </ac:spMkLst>
        </pc:spChg>
        <pc:spChg chg="mod">
          <ac:chgData name="Joshua Nicholson" userId="6c965aa8-c44f-4320-89e8-7d79d5a0c0b9" providerId="ADAL" clId="{C1FDAF17-B915-4D49-8B9A-2EF121685DFF}" dt="2026-05-06T15:26:39.839" v="9" actId="255"/>
          <ac:spMkLst>
            <pc:docMk/>
            <pc:sldMk cId="1194445399" sldId="281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637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12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13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77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17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19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949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34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1" indent="-342881" algn="l" defTabSz="91434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05" indent="-285733" algn="l" defTabSz="91434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33" indent="-228588" algn="l" defTabSz="91434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05" indent="-228588" algn="l" defTabSz="91434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78" indent="-228588" algn="l" defTabSz="91434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50" indent="-228588" algn="l" defTabSz="91434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24" indent="-228588" algn="l" defTabSz="91434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96" indent="-228588" algn="l" defTabSz="91434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0" indent="-228588" algn="l" defTabSz="91434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5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8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2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6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38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1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3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808" y="609614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800" y="2096064"/>
            <a:ext cx="10353763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8" y="5883288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805" y="5883288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22" y="5883288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928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ctr" defTabSz="914345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588" indent="-228588" algn="l" defTabSz="914345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759" indent="-228588" algn="l" defTabSz="914345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2933" indent="-228588" algn="l" defTabSz="914345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105" indent="-228588" algn="l" defTabSz="914345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278" indent="-228588" algn="l" defTabSz="914345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450" indent="-228588" algn="l" defTabSz="914345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624" indent="-228588" algn="l" defTabSz="914345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8796" indent="-228588" algn="l" defTabSz="914345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5970" indent="-228588" algn="l" defTabSz="914345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5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8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2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6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38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1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3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4">
            <a:extLst>
              <a:ext uri="{FF2B5EF4-FFF2-40B4-BE49-F238E27FC236}">
                <a16:creationId xmlns:a16="http://schemas.microsoft.com/office/drawing/2014/main" id="{8D33405B-3256-CC6A-D4B1-BA27C76C667A}"/>
              </a:ext>
            </a:extLst>
          </p:cNvPr>
          <p:cNvSpPr/>
          <p:nvPr/>
        </p:nvSpPr>
        <p:spPr>
          <a:xfrm>
            <a:off x="247135" y="2903627"/>
            <a:ext cx="69309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>
                <a:solidFill>
                  <a:srgbClr val="E8F4FD"/>
                </a:solidFill>
              </a:rPr>
              <a:t>Expert-led cyber incident response, digital forensics, system recovery,</a:t>
            </a:r>
            <a:endParaRPr lang="en-US" sz="1600"/>
          </a:p>
          <a:p>
            <a:r>
              <a:rPr lang="en-US" sz="1600" i="1">
                <a:solidFill>
                  <a:srgbClr val="E8F4FD"/>
                </a:solidFill>
              </a:rPr>
              <a:t>and remediation engineering — when seconds count.</a:t>
            </a:r>
            <a:endParaRPr lang="en-US" sz="160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39BCDCC5-2DD0-A30F-AEF1-6C71A88B7A95}"/>
              </a:ext>
            </a:extLst>
          </p:cNvPr>
          <p:cNvSpPr/>
          <p:nvPr/>
        </p:nvSpPr>
        <p:spPr>
          <a:xfrm>
            <a:off x="475731" y="4836187"/>
            <a:ext cx="2057400" cy="1508760"/>
          </a:xfrm>
          <a:prstGeom prst="rect">
            <a:avLst/>
          </a:prstGeom>
          <a:solidFill>
            <a:srgbClr val="0E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D17E54D5-E74F-4FE0-5C21-7DDDC5338952}"/>
              </a:ext>
            </a:extLst>
          </p:cNvPr>
          <p:cNvSpPr/>
          <p:nvPr/>
        </p:nvSpPr>
        <p:spPr>
          <a:xfrm>
            <a:off x="2898891" y="4836188"/>
            <a:ext cx="2057400" cy="1508760"/>
          </a:xfrm>
          <a:prstGeom prst="rect">
            <a:avLst/>
          </a:prstGeom>
          <a:solidFill>
            <a:srgbClr val="0E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117DD71E-91E9-DB7F-73FE-E2E135AC8CE8}"/>
              </a:ext>
            </a:extLst>
          </p:cNvPr>
          <p:cNvSpPr/>
          <p:nvPr/>
        </p:nvSpPr>
        <p:spPr>
          <a:xfrm>
            <a:off x="5322052" y="4836188"/>
            <a:ext cx="2057400" cy="1508760"/>
          </a:xfrm>
          <a:prstGeom prst="rect">
            <a:avLst/>
          </a:prstGeom>
          <a:solidFill>
            <a:srgbClr val="0E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6FC0F188-31E5-6FF1-7EF1-78C3B7226C9B}"/>
              </a:ext>
            </a:extLst>
          </p:cNvPr>
          <p:cNvSpPr/>
          <p:nvPr/>
        </p:nvSpPr>
        <p:spPr>
          <a:xfrm>
            <a:off x="475731" y="4836187"/>
            <a:ext cx="2057400" cy="1508760"/>
          </a:xfrm>
          <a:prstGeom prst="rect">
            <a:avLst/>
          </a:prstGeom>
          <a:solidFill>
            <a:srgbClr val="0E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4C173C4C-FD92-03C1-6778-919BB3F5C264}"/>
              </a:ext>
            </a:extLst>
          </p:cNvPr>
          <p:cNvSpPr/>
          <p:nvPr/>
        </p:nvSpPr>
        <p:spPr>
          <a:xfrm>
            <a:off x="475731" y="4881907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00" b="1"/>
              <a:t>24/7</a:t>
            </a:r>
            <a:endParaRPr lang="en-US" sz="340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21390903-9429-2720-1082-EEA89EA7DA43}"/>
              </a:ext>
            </a:extLst>
          </p:cNvPr>
          <p:cNvSpPr/>
          <p:nvPr/>
        </p:nvSpPr>
        <p:spPr>
          <a:xfrm>
            <a:off x="475731" y="5567707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>
                <a:solidFill>
                  <a:srgbClr val="94A3B8"/>
                </a:solidFill>
              </a:rPr>
              <a:t>Emergency</a:t>
            </a:r>
            <a:endParaRPr lang="en-US"/>
          </a:p>
          <a:p>
            <a:pPr algn="ctr"/>
            <a:r>
              <a:rPr lang="en-US">
                <a:solidFill>
                  <a:srgbClr val="94A3B8"/>
                </a:solidFill>
              </a:rPr>
              <a:t>Response</a:t>
            </a:r>
            <a:endParaRPr lang="en-US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46E93D4C-D63C-8AD5-0588-9E93D249E8AB}"/>
              </a:ext>
            </a:extLst>
          </p:cNvPr>
          <p:cNvSpPr/>
          <p:nvPr/>
        </p:nvSpPr>
        <p:spPr>
          <a:xfrm>
            <a:off x="921171" y="1839024"/>
            <a:ext cx="53327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/>
              <a:t>Incident Response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E902463-2F29-6AA0-4579-10C14E08C77A}"/>
              </a:ext>
            </a:extLst>
          </p:cNvPr>
          <p:cNvSpPr/>
          <p:nvPr/>
        </p:nvSpPr>
        <p:spPr>
          <a:xfrm>
            <a:off x="259484" y="1310231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200">
              <a:solidFill>
                <a:srgbClr val="C00000"/>
              </a:solidFill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B78B90C0-C39A-BF42-9400-3DA023FBE37F}"/>
              </a:ext>
            </a:extLst>
          </p:cNvPr>
          <p:cNvSpPr/>
          <p:nvPr/>
        </p:nvSpPr>
        <p:spPr>
          <a:xfrm>
            <a:off x="5300099" y="4881908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00" b="1"/>
              <a:t>100+</a:t>
            </a:r>
            <a:endParaRPr lang="en-US" sz="340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F380FAE-2AB8-C249-F188-42AC519E0A45}"/>
              </a:ext>
            </a:extLst>
          </p:cNvPr>
          <p:cNvSpPr/>
          <p:nvPr/>
        </p:nvSpPr>
        <p:spPr>
          <a:xfrm>
            <a:off x="2836285" y="5574764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>
                <a:solidFill>
                  <a:srgbClr val="94A3B8"/>
                </a:solidFill>
              </a:rPr>
              <a:t>Years of experience</a:t>
            </a:r>
            <a:endParaRPr lang="en-US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7D7F4997-50D7-FED6-9334-FF500E214CAF}"/>
              </a:ext>
            </a:extLst>
          </p:cNvPr>
          <p:cNvSpPr/>
          <p:nvPr/>
        </p:nvSpPr>
        <p:spPr>
          <a:xfrm>
            <a:off x="3051292" y="4881908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00" b="1"/>
              <a:t>24+</a:t>
            </a:r>
            <a:endParaRPr lang="en-US" sz="340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8E2B2824-068D-1B31-AA0A-F129C0A20FFC}"/>
              </a:ext>
            </a:extLst>
          </p:cNvPr>
          <p:cNvSpPr/>
          <p:nvPr/>
        </p:nvSpPr>
        <p:spPr>
          <a:xfrm>
            <a:off x="5349240" y="5600707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>
                <a:solidFill>
                  <a:srgbClr val="94A3B8"/>
                </a:solidFill>
              </a:rPr>
              <a:t>Security Incidents Managed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CB816E-8594-81E6-C21D-53FEFA56FED8}"/>
              </a:ext>
            </a:extLst>
          </p:cNvPr>
          <p:cNvSpPr txBox="1"/>
          <p:nvPr/>
        </p:nvSpPr>
        <p:spPr>
          <a:xfrm>
            <a:off x="156876" y="627612"/>
            <a:ext cx="60970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  <a:latin typeface="Georgia" pitchFamily="34" charset="0"/>
              </a:rPr>
              <a:t>Digital Forensics &amp; Incident Response (DFIR)</a:t>
            </a: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57474">
            <a:off x="8994597" y="3587933"/>
            <a:ext cx="1589776" cy="27732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DC7813A-EFD5-997B-4416-27E3FAFD493C}"/>
              </a:ext>
            </a:extLst>
          </p:cNvPr>
          <p:cNvGrpSpPr/>
          <p:nvPr/>
        </p:nvGrpSpPr>
        <p:grpSpPr>
          <a:xfrm>
            <a:off x="0" y="-107230"/>
            <a:ext cx="5892994" cy="694176"/>
            <a:chOff x="0" y="-107230"/>
            <a:chExt cx="5892994" cy="694176"/>
          </a:xfrm>
        </p:grpSpPr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AC84FFF2-58D8-4966-BC76-7094D50D3990}"/>
                </a:ext>
              </a:extLst>
            </p:cNvPr>
            <p:cNvSpPr/>
            <p:nvPr/>
          </p:nvSpPr>
          <p:spPr>
            <a:xfrm>
              <a:off x="0" y="29533"/>
              <a:ext cx="4787473" cy="483520"/>
            </a:xfrm>
            <a:prstGeom prst="rect">
              <a:avLst/>
            </a:prstGeom>
            <a:solidFill>
              <a:srgbClr val="162040"/>
            </a:solidFill>
            <a:ln w="12700">
              <a:solidFill>
                <a:srgbClr val="162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65153DE2-B4F3-7B6B-9140-A89CCEE5F981}"/>
                </a:ext>
              </a:extLst>
            </p:cNvPr>
            <p:cNvSpPr/>
            <p:nvPr/>
          </p:nvSpPr>
          <p:spPr>
            <a:xfrm>
              <a:off x="206299" y="-107230"/>
              <a:ext cx="2286000" cy="694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>
                  <a:solidFill>
                    <a:srgbClr val="FFFFFF"/>
                  </a:solidFill>
                  <a:latin typeface="Calibri" panose="020F0502020204030204"/>
                </a:rPr>
                <a:t>DARKSTACK</a:t>
              </a:r>
              <a:r>
                <a:rPr lang="en-US" sz="2000" b="1">
                  <a:solidFill>
                    <a:srgbClr val="FF0000"/>
                  </a:solidFill>
                  <a:latin typeface="Calibri" panose="020F0502020204030204"/>
                </a:rPr>
                <a:t>7</a:t>
              </a:r>
              <a:endParaRPr lang="en-US" sz="2000">
                <a:solidFill>
                  <a:srgbClr val="FF0000"/>
                </a:solidFill>
                <a:latin typeface="Calibri" panose="020F0502020204030204"/>
              </a:endParaRPr>
            </a:p>
          </p:txBody>
        </p:sp>
        <p:sp>
          <p:nvSpPr>
            <p:cNvPr id="35" name="Text 14">
              <a:extLst>
                <a:ext uri="{FF2B5EF4-FFF2-40B4-BE49-F238E27FC236}">
                  <a16:creationId xmlns:a16="http://schemas.microsoft.com/office/drawing/2014/main" id="{8EECB9F6-4605-7BB5-4FA3-6E42FA618544}"/>
                </a:ext>
              </a:extLst>
            </p:cNvPr>
            <p:cNvSpPr/>
            <p:nvPr/>
          </p:nvSpPr>
          <p:spPr>
            <a:xfrm>
              <a:off x="418947" y="75634"/>
              <a:ext cx="5474047" cy="2616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/>
                <a:t>Info@darkstack7.com  |  www.darkstack7.com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6276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0E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Four DFIR Service Pillars</a:t>
            </a: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>
                <a:solidFill>
                  <a:schemeClr val="bg2">
                    <a:lumMod val="40000"/>
                    <a:lumOff val="60000"/>
                  </a:schemeClr>
                </a:solidFill>
              </a:rPr>
              <a:t>Comprehensive incident response capability — from first call to full recovery</a:t>
            </a:r>
            <a:endParaRPr lang="en-US" sz="130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5577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577840" cy="62179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4173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3350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FFFFFF"/>
                </a:solidFill>
              </a:rPr>
              <a:t>01  IR Assist &amp; Triage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1060704" y="17007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>
                <a:solidFill>
                  <a:schemeClr val="bg1">
                    <a:lumMod val="95000"/>
                  </a:schemeClr>
                </a:solidFill>
              </a:rPr>
              <a:t>Team Uplift &amp; Support</a:t>
            </a:r>
          </a:p>
        </p:txBody>
      </p:sp>
      <p:sp>
        <p:nvSpPr>
          <p:cNvPr id="11" name="Text 8"/>
          <p:cNvSpPr/>
          <p:nvPr/>
        </p:nvSpPr>
        <p:spPr>
          <a:xfrm>
            <a:off x="566928" y="2011680"/>
            <a:ext cx="5230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24/7 emergency stakeholder coordination</a:t>
            </a:r>
            <a:endParaRPr lang="en-US" sz="1000"/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Immediate threat scoping &amp; response determination</a:t>
            </a:r>
            <a:endParaRPr lang="en-US" sz="1000"/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Event is official declared an incident, IR plan activation, containment actions started and Forensics team engaged</a:t>
            </a:r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Analyze security events across the client's environment in direct coordination with their internal team to rapidly identify and contain threats</a:t>
            </a:r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Expert briefing and threat socialization</a:t>
            </a:r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endParaRPr lang="en-US" sz="1000"/>
          </a:p>
        </p:txBody>
      </p:sp>
      <p:sp>
        <p:nvSpPr>
          <p:cNvPr id="12" name="Shape 9"/>
          <p:cNvSpPr/>
          <p:nvPr/>
        </p:nvSpPr>
        <p:spPr>
          <a:xfrm>
            <a:off x="6309361" y="1298448"/>
            <a:ext cx="5577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09361" y="1298448"/>
            <a:ext cx="5577840" cy="62179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46520" y="1389888"/>
            <a:ext cx="438912" cy="43891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1417321"/>
            <a:ext cx="384048" cy="384048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pic>
      <p:sp>
        <p:nvSpPr>
          <p:cNvPr id="16" name="Text 12"/>
          <p:cNvSpPr/>
          <p:nvPr/>
        </p:nvSpPr>
        <p:spPr>
          <a:xfrm>
            <a:off x="7004304" y="13350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FFFFFF"/>
                </a:solidFill>
              </a:rPr>
              <a:t>02  IR Response &amp; Forensics</a:t>
            </a:r>
            <a:endParaRPr lang="en-US" sz="1400"/>
          </a:p>
        </p:txBody>
      </p:sp>
      <p:sp>
        <p:nvSpPr>
          <p:cNvPr id="17" name="Text 13"/>
          <p:cNvSpPr/>
          <p:nvPr/>
        </p:nvSpPr>
        <p:spPr>
          <a:xfrm>
            <a:off x="7004304" y="17007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>
                <a:solidFill>
                  <a:schemeClr val="bg1">
                    <a:lumMod val="95000"/>
                  </a:schemeClr>
                </a:solidFill>
              </a:rPr>
              <a:t>Digital Forensic Investigation</a:t>
            </a:r>
          </a:p>
        </p:txBody>
      </p:sp>
      <p:sp>
        <p:nvSpPr>
          <p:cNvPr id="18" name="Text 14"/>
          <p:cNvSpPr/>
          <p:nvPr/>
        </p:nvSpPr>
        <p:spPr>
          <a:xfrm>
            <a:off x="6510528" y="1892809"/>
            <a:ext cx="5230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/>
              <a:t>EDR deployment available for clients without an existing endpoint detection solution </a:t>
            </a:r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/>
              <a:t>Velociraptor-driven artifact collection, PowerShell collectors, and memory imaging Full-scope forensics across network infrastructure, event logs, memory, disk, and NTFS artifacts </a:t>
            </a:r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/>
              <a:t>Cloud system review and event collection &amp; review </a:t>
            </a:r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/>
              <a:t>Attack timeline reconstruction mapped to MITRE ATT&amp;CK TTPs </a:t>
            </a:r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/>
              <a:t>Root cause analysis and data exfiltration assessment</a:t>
            </a:r>
          </a:p>
        </p:txBody>
      </p:sp>
      <p:sp>
        <p:nvSpPr>
          <p:cNvPr id="19" name="Shape 15"/>
          <p:cNvSpPr/>
          <p:nvPr/>
        </p:nvSpPr>
        <p:spPr>
          <a:xfrm>
            <a:off x="365760" y="3904488"/>
            <a:ext cx="5577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285733" indent="-285733">
              <a:buFont typeface="Wingdings" panose="05000000000000000000" pitchFamily="2" charset="2"/>
              <a:buChar char="Ø"/>
            </a:pPr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65760" y="3904488"/>
            <a:ext cx="5577840" cy="62179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02920" y="3995928"/>
            <a:ext cx="438912" cy="4389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023360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60704" y="39410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FFFFFF"/>
                </a:solidFill>
              </a:rPr>
              <a:t>03  System Recovery</a:t>
            </a:r>
            <a:endParaRPr lang="en-US" sz="1400"/>
          </a:p>
        </p:txBody>
      </p:sp>
      <p:sp>
        <p:nvSpPr>
          <p:cNvPr id="24" name="Text 19"/>
          <p:cNvSpPr/>
          <p:nvPr/>
        </p:nvSpPr>
        <p:spPr>
          <a:xfrm>
            <a:off x="1060704" y="43068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>
                <a:solidFill>
                  <a:schemeClr val="bg1">
                    <a:lumMod val="95000"/>
                  </a:schemeClr>
                </a:solidFill>
              </a:rPr>
              <a:t>Computer &amp; Infrastructure Restoration</a:t>
            </a:r>
          </a:p>
        </p:txBody>
      </p:sp>
      <p:sp>
        <p:nvSpPr>
          <p:cNvPr id="25" name="Text 20"/>
          <p:cNvSpPr/>
          <p:nvPr/>
        </p:nvSpPr>
        <p:spPr>
          <a:xfrm>
            <a:off x="566928" y="4617720"/>
            <a:ext cx="5230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Backup integrity verification</a:t>
            </a:r>
            <a:endParaRPr lang="en-US" sz="1000"/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Safe, validated system reintroduction</a:t>
            </a:r>
            <a:endParaRPr lang="en-US" sz="1000"/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IOC clearance confirmation</a:t>
            </a:r>
            <a:endParaRPr lang="en-US" sz="1000"/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Decryption validation (if decryptor available)</a:t>
            </a:r>
            <a:endParaRPr lang="en-US" sz="1000"/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Business continuity support</a:t>
            </a:r>
            <a:endParaRPr lang="en-US" sz="1000"/>
          </a:p>
        </p:txBody>
      </p:sp>
      <p:sp>
        <p:nvSpPr>
          <p:cNvPr id="26" name="Shape 21"/>
          <p:cNvSpPr/>
          <p:nvPr/>
        </p:nvSpPr>
        <p:spPr>
          <a:xfrm>
            <a:off x="6309361" y="3904488"/>
            <a:ext cx="5577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309361" y="3904488"/>
            <a:ext cx="5577840" cy="621792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446520" y="3995928"/>
            <a:ext cx="438912" cy="43891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4023360"/>
            <a:ext cx="384048" cy="384048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pic>
      <p:sp>
        <p:nvSpPr>
          <p:cNvPr id="30" name="Text 24"/>
          <p:cNvSpPr/>
          <p:nvPr/>
        </p:nvSpPr>
        <p:spPr>
          <a:xfrm>
            <a:off x="7004304" y="39410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FFFFFF"/>
                </a:solidFill>
              </a:rPr>
              <a:t>04  Incident Remediation</a:t>
            </a:r>
            <a:endParaRPr lang="en-US" sz="1400"/>
          </a:p>
        </p:txBody>
      </p:sp>
      <p:sp>
        <p:nvSpPr>
          <p:cNvPr id="31" name="Text 25"/>
          <p:cNvSpPr/>
          <p:nvPr/>
        </p:nvSpPr>
        <p:spPr>
          <a:xfrm>
            <a:off x="7004304" y="43068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>
                <a:solidFill>
                  <a:schemeClr val="bg1">
                    <a:lumMod val="95000"/>
                  </a:schemeClr>
                </a:solidFill>
              </a:rPr>
              <a:t>Engineering &amp; Hardening</a:t>
            </a:r>
          </a:p>
        </p:txBody>
      </p:sp>
      <p:sp>
        <p:nvSpPr>
          <p:cNvPr id="32" name="Text 26"/>
          <p:cNvSpPr/>
          <p:nvPr/>
        </p:nvSpPr>
        <p:spPr>
          <a:xfrm>
            <a:off x="6510528" y="4617720"/>
            <a:ext cx="5230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40" indent="-171440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endParaRPr lang="en-US" sz="1000">
              <a:solidFill>
                <a:srgbClr val="334155"/>
              </a:solidFill>
            </a:endParaRPr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Patch &amp; harden affected systems, create recovery </a:t>
            </a:r>
            <a:r>
              <a:rPr lang="en-US" sz="1000" err="1">
                <a:solidFill>
                  <a:srgbClr val="334155"/>
                </a:solidFill>
              </a:rPr>
              <a:t>Vlans</a:t>
            </a:r>
            <a:endParaRPr lang="en-US" sz="1000"/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SIEM/EDR detection rule deployment</a:t>
            </a:r>
            <a:endParaRPr lang="en-US" sz="1000"/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Active Directory hardening and </a:t>
            </a:r>
            <a:r>
              <a:rPr lang="en-US" sz="1000" err="1">
                <a:solidFill>
                  <a:srgbClr val="334155"/>
                </a:solidFill>
              </a:rPr>
              <a:t>EntraID</a:t>
            </a:r>
            <a:r>
              <a:rPr lang="en-US" sz="1000">
                <a:solidFill>
                  <a:srgbClr val="334155"/>
                </a:solidFill>
              </a:rPr>
              <a:t> security review</a:t>
            </a:r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Cloud security hardening ( Azure and AWS)</a:t>
            </a:r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Identify and Lockdown core areas of compromise </a:t>
            </a:r>
            <a:endParaRPr lang="en-US" sz="1000"/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Lateral movement vector lockdown</a:t>
            </a:r>
            <a:endParaRPr lang="en-US" sz="1000"/>
          </a:p>
          <a:p>
            <a:pPr marL="342881" indent="-342881">
              <a:spcAft>
                <a:spcPts val="3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000">
                <a:solidFill>
                  <a:srgbClr val="334155"/>
                </a:solidFill>
              </a:rPr>
              <a:t>Strategic remediation roadmap</a:t>
            </a:r>
            <a:endParaRPr lang="en-US" sz="1000"/>
          </a:p>
        </p:txBody>
      </p:sp>
      <p:sp>
        <p:nvSpPr>
          <p:cNvPr id="33" name="Shape 2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chemeClr val="bg1"/>
                </a:solidFill>
              </a:rPr>
              <a:t>Charlotte, NC  |  info@darkstack7.com  |  www.darkstack7.com</a:t>
            </a:r>
          </a:p>
        </p:txBody>
      </p:sp>
    </p:spTree>
    <p:extLst>
      <p:ext uri="{BB962C8B-B14F-4D97-AF65-F5344CB8AC3E}">
        <p14:creationId xmlns:p14="http://schemas.microsoft.com/office/powerpoint/2010/main" val="3692763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148"/>
            <a:ext cx="12192000" cy="77724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FFFFFF"/>
                </a:solidFill>
              </a:rPr>
              <a:t>DARKSTACK</a:t>
            </a:r>
            <a:r>
              <a:rPr lang="en-US" sz="2000" b="1">
                <a:solidFill>
                  <a:srgbClr val="FF0000"/>
                </a:solidFill>
              </a:rPr>
              <a:t>7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1" y="137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i="1">
                <a:solidFill>
                  <a:srgbClr val="00BFFF"/>
                </a:solidFill>
              </a:rPr>
              <a:t>Digital Forensics &amp; Incident Response (DFIR)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686800" y="201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>
                <a:solidFill>
                  <a:schemeClr val="bg2">
                    <a:lumMod val="75000"/>
                  </a:schemeClr>
                </a:solidFill>
              </a:rPr>
              <a:t>info@darkstack7.com  |  www.darkstack7.com  |  Charlotte, NC</a:t>
            </a:r>
          </a:p>
        </p:txBody>
      </p:sp>
      <p:sp>
        <p:nvSpPr>
          <p:cNvPr id="7" name="Text 5"/>
          <p:cNvSpPr/>
          <p:nvPr/>
        </p:nvSpPr>
        <p:spPr>
          <a:xfrm>
            <a:off x="329101" y="960120"/>
            <a:ext cx="77633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</a:rPr>
              <a:t>Incident Response (IR) Service Program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329101" y="1460119"/>
            <a:ext cx="77633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FFC000"/>
                </a:solidFill>
              </a:rPr>
              <a:t>From first call to full recovery — IR Triage · Digital Forensics · System Recovery · Remediation Engineering</a:t>
            </a:r>
          </a:p>
        </p:txBody>
      </p:sp>
      <p:sp>
        <p:nvSpPr>
          <p:cNvPr id="18" name="Shape 16"/>
          <p:cNvSpPr/>
          <p:nvPr/>
        </p:nvSpPr>
        <p:spPr>
          <a:xfrm>
            <a:off x="320042" y="1874523"/>
            <a:ext cx="11466412" cy="45719"/>
          </a:xfrm>
          <a:prstGeom prst="rect">
            <a:avLst/>
          </a:prstGeom>
          <a:solidFill>
            <a:srgbClr val="00BFFF">
              <a:alpha val="40000"/>
            </a:srgbClr>
          </a:solidFill>
          <a:ln w="12700">
            <a:solidFill>
              <a:srgbClr val="00B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1965960"/>
            <a:ext cx="2788920" cy="228600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1965960"/>
            <a:ext cx="2788920" cy="54864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393192" y="203911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FFFFFF"/>
                </a:solidFill>
              </a:rPr>
              <a:t>  IR Assist &amp; Triage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393192" y="228600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>
                <a:solidFill>
                  <a:srgbClr val="FFC000"/>
                </a:solidFill>
              </a:rPr>
              <a:t>Team Uplift &amp; </a:t>
            </a:r>
            <a:r>
              <a:rPr lang="en-US" sz="1000" i="1">
                <a:solidFill>
                  <a:srgbClr val="FFC000"/>
                </a:solidFill>
              </a:rPr>
              <a:t>Support</a:t>
            </a:r>
            <a:endParaRPr lang="en-US" sz="900">
              <a:solidFill>
                <a:srgbClr val="FFC00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29768" y="2587752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24/7 emergency response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Threat validation &amp; Response scoping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Prioritization &amp; Network isolation assistance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Credential reset, Lateral movement lockdown, C2 blocking, threat intel research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Expert uplift for in-house teams 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Initial IOC list &amp; action checklist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Expert recommendations &amp; technical assistance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Customer is generally hands-on-keyboard</a:t>
            </a:r>
          </a:p>
          <a:p>
            <a:pPr>
              <a:spcAft>
                <a:spcPts val="200"/>
              </a:spcAft>
              <a:buSzPct val="100000"/>
            </a:pPr>
            <a:endParaRPr lang="en-US" sz="900">
              <a:solidFill>
                <a:srgbClr val="E8EEF5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5" y="1965960"/>
            <a:ext cx="45719" cy="228600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1965960"/>
            <a:ext cx="2788920" cy="228600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1965960"/>
            <a:ext cx="2788920" cy="54864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3273552" y="203911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FFFFFF"/>
                </a:solidFill>
              </a:rPr>
              <a:t>  IR Response &amp; Forensics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273552" y="228600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>
                <a:solidFill>
                  <a:srgbClr val="FFC000"/>
                </a:solidFill>
              </a:rPr>
              <a:t>Digital Forensic </a:t>
            </a:r>
            <a:r>
              <a:rPr lang="en-US" sz="1000" i="1">
                <a:solidFill>
                  <a:srgbClr val="FFC000"/>
                </a:solidFill>
              </a:rPr>
              <a:t>Investigation</a:t>
            </a:r>
            <a:endParaRPr lang="en-US" sz="900" i="1">
              <a:solidFill>
                <a:srgbClr val="FFC00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10128" y="2587752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81" indent="-342881">
              <a:spcAft>
                <a:spcPts val="200"/>
              </a:spcAft>
              <a:buSzPct val="100000"/>
              <a:buFontTx/>
              <a:buChar char="•"/>
            </a:pPr>
            <a:r>
              <a:rPr lang="en-US" sz="900">
                <a:solidFill>
                  <a:srgbClr val="E8EEF5"/>
                </a:solidFill>
              </a:rPr>
              <a:t>Cloud IR (Azure, AWS, GCP)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On-premise Network infrastructure, Firewalls, ID/IPS, Servers, AD/EntraID activity and access logs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Forensic artifact collection and processing, Memory, disk, NTFS &amp; log forensics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Cloud IR (Azure, AWS, GCP)</a:t>
            </a:r>
          </a:p>
          <a:p>
            <a:pPr marL="342881" indent="-342881">
              <a:spcAft>
                <a:spcPts val="200"/>
              </a:spcAft>
              <a:buSzPct val="100000"/>
              <a:buFontTx/>
              <a:buChar char="•"/>
            </a:pPr>
            <a:r>
              <a:rPr lang="en-US" sz="900">
                <a:solidFill>
                  <a:srgbClr val="E8EEF5"/>
                </a:solidFill>
              </a:rPr>
              <a:t>Attack vector identification, root cause analysis, Attack timeline reconstruction </a:t>
            </a:r>
          </a:p>
          <a:p>
            <a:pPr marL="342881" indent="-342881">
              <a:spcAft>
                <a:spcPts val="200"/>
              </a:spcAft>
              <a:buSzPct val="100000"/>
              <a:buFontTx/>
              <a:buChar char="•"/>
            </a:pPr>
            <a:r>
              <a:rPr lang="en-US" sz="900">
                <a:solidFill>
                  <a:srgbClr val="E8EEF5"/>
                </a:solidFill>
              </a:rPr>
              <a:t>Data exfiltration assessment &amp; scope </a:t>
            </a:r>
          </a:p>
          <a:p>
            <a:pPr marL="342881" indent="-342881">
              <a:spcAft>
                <a:spcPts val="200"/>
              </a:spcAft>
              <a:buSzPct val="100000"/>
              <a:buFontTx/>
              <a:buChar char="•"/>
            </a:pPr>
            <a:endParaRPr lang="en-US" sz="900">
              <a:solidFill>
                <a:srgbClr val="E8EEF5"/>
              </a:solidFill>
            </a:endParaRP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3200414" y="1965960"/>
            <a:ext cx="45719" cy="228600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1965960"/>
            <a:ext cx="2788920" cy="228600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80774" y="1965960"/>
            <a:ext cx="45719" cy="228600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961120" y="1965960"/>
            <a:ext cx="2788920" cy="228600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51652C2-B63F-F6C0-A5EB-2D4C2308F720}"/>
              </a:ext>
            </a:extLst>
          </p:cNvPr>
          <p:cNvGrpSpPr/>
          <p:nvPr/>
        </p:nvGrpSpPr>
        <p:grpSpPr>
          <a:xfrm>
            <a:off x="6141323" y="1965960"/>
            <a:ext cx="2755309" cy="548640"/>
            <a:chOff x="8961120" y="1965960"/>
            <a:chExt cx="2788920" cy="548640"/>
          </a:xfrm>
        </p:grpSpPr>
        <p:sp>
          <p:nvSpPr>
            <p:cNvPr id="38" name="Shape 36"/>
            <p:cNvSpPr/>
            <p:nvPr/>
          </p:nvSpPr>
          <p:spPr>
            <a:xfrm>
              <a:off x="8961120" y="1965960"/>
              <a:ext cx="2788920" cy="548640"/>
            </a:xfrm>
            <a:prstGeom prst="rect">
              <a:avLst/>
            </a:prstGeom>
            <a:solidFill>
              <a:srgbClr val="162040"/>
            </a:solidFill>
            <a:ln w="12700">
              <a:solidFill>
                <a:srgbClr val="16204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9" name="Text 37"/>
            <p:cNvSpPr/>
            <p:nvPr/>
          </p:nvSpPr>
          <p:spPr>
            <a:xfrm>
              <a:off x="9034272" y="2039112"/>
              <a:ext cx="26426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>
                  <a:solidFill>
                    <a:srgbClr val="FFFFFF"/>
                  </a:solidFill>
                </a:rPr>
                <a:t> Incident Remediation</a:t>
              </a:r>
              <a:endParaRPr lang="en-US" sz="1400"/>
            </a:p>
          </p:txBody>
        </p:sp>
        <p:sp>
          <p:nvSpPr>
            <p:cNvPr id="40" name="Text 38"/>
            <p:cNvSpPr/>
            <p:nvPr/>
          </p:nvSpPr>
          <p:spPr>
            <a:xfrm>
              <a:off x="9034272" y="2286000"/>
              <a:ext cx="264261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i="1">
                  <a:solidFill>
                    <a:srgbClr val="FFC000"/>
                  </a:solidFill>
                </a:rPr>
                <a:t>Engineering &amp; </a:t>
              </a:r>
              <a:r>
                <a:rPr lang="en-US" sz="1000" i="1">
                  <a:solidFill>
                    <a:srgbClr val="FFC000"/>
                  </a:solidFill>
                </a:rPr>
                <a:t>Hardening</a:t>
              </a:r>
            </a:p>
          </p:txBody>
        </p:sp>
      </p:grpSp>
      <p:sp>
        <p:nvSpPr>
          <p:cNvPr id="41" name="Text 39"/>
          <p:cNvSpPr/>
          <p:nvPr/>
        </p:nvSpPr>
        <p:spPr>
          <a:xfrm>
            <a:off x="6190489" y="2587752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Patch and harden exploited systems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Tune SIEM/EDR detection rules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Active Directory security hardening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Lock down lateral movement paths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Enforce </a:t>
            </a:r>
            <a:r>
              <a:rPr lang="en-US" sz="1000">
                <a:solidFill>
                  <a:srgbClr val="E8EEF5"/>
                </a:solidFill>
              </a:rPr>
              <a:t>least-privilege</a:t>
            </a:r>
            <a:r>
              <a:rPr lang="en-US" sz="900">
                <a:solidFill>
                  <a:srgbClr val="E8EEF5"/>
                </a:solidFill>
              </a:rPr>
              <a:t> access controls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Deliver strategic remediation roadmap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Develop a go-to-green plan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8961134" y="1965960"/>
            <a:ext cx="45719" cy="228600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0040" y="4407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51">
                <a:solidFill>
                  <a:srgbClr val="F27F00"/>
                </a:solidFill>
              </a:rPr>
              <a:t>ADD-ON &amp; RETAINER SERVICES</a:t>
            </a:r>
            <a:endParaRPr lang="en-US" sz="800"/>
          </a:p>
        </p:txBody>
      </p:sp>
      <p:sp>
        <p:nvSpPr>
          <p:cNvPr id="44" name="Shape 42"/>
          <p:cNvSpPr/>
          <p:nvPr/>
        </p:nvSpPr>
        <p:spPr>
          <a:xfrm>
            <a:off x="320040" y="4709160"/>
            <a:ext cx="3566160" cy="173736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0040" y="4709162"/>
            <a:ext cx="3566160" cy="41148"/>
          </a:xfrm>
          <a:prstGeom prst="rect">
            <a:avLst/>
          </a:prstGeom>
          <a:solidFill>
            <a:srgbClr val="F27F00"/>
          </a:solidFill>
          <a:ln w="12700">
            <a:solidFill>
              <a:srgbClr val="F2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29768" y="4773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1" b="1">
                <a:solidFill>
                  <a:srgbClr val="FFFFFF"/>
                </a:solidFill>
              </a:rPr>
              <a:t>Tabletop Exercise (TTX)</a:t>
            </a:r>
            <a:endParaRPr lang="en-US" sz="1051"/>
          </a:p>
        </p:txBody>
      </p:sp>
      <p:sp>
        <p:nvSpPr>
          <p:cNvPr id="47" name="Text 45"/>
          <p:cNvSpPr/>
          <p:nvPr/>
        </p:nvSpPr>
        <p:spPr>
          <a:xfrm>
            <a:off x="429768" y="50292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>
                <a:solidFill>
                  <a:srgbClr val="00BFFF"/>
                </a:solidFill>
              </a:rPr>
              <a:t>Standalone  |  Retainer Add-On</a:t>
            </a:r>
            <a:endParaRPr lang="en-US" sz="900"/>
          </a:p>
        </p:txBody>
      </p:sp>
      <p:sp>
        <p:nvSpPr>
          <p:cNvPr id="48" name="Text 46"/>
          <p:cNvSpPr/>
          <p:nvPr/>
        </p:nvSpPr>
        <p:spPr>
          <a:xfrm>
            <a:off x="429768" y="524865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E8EEF5"/>
                </a:solidFill>
              </a:rPr>
              <a:t>Proactive simulation scenarios that validate response playbooks and expose critical gaps. Required by many cyber insurance carriers and compliance frameworks (SOC 2, HIPAA, CMMC).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429768" y="5980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>
                <a:solidFill>
                  <a:srgbClr val="00BFFF"/>
                </a:solidFill>
              </a:rPr>
              <a:t>Outcome: Gap analysis · Updated IR runbooks · Team readiness</a:t>
            </a:r>
            <a:endParaRPr lang="en-US" sz="800"/>
          </a:p>
        </p:txBody>
      </p:sp>
      <p:sp>
        <p:nvSpPr>
          <p:cNvPr id="50" name="Shape 48"/>
          <p:cNvSpPr/>
          <p:nvPr/>
        </p:nvSpPr>
        <p:spPr>
          <a:xfrm>
            <a:off x="4023361" y="4709160"/>
            <a:ext cx="3566160" cy="1737360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023361" y="4709162"/>
            <a:ext cx="3566160" cy="41148"/>
          </a:xfrm>
          <a:prstGeom prst="rect">
            <a:avLst/>
          </a:prstGeom>
          <a:solidFill>
            <a:srgbClr val="F27F00"/>
          </a:solidFill>
          <a:ln w="12700">
            <a:solidFill>
              <a:srgbClr val="F2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133088" y="4773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1" b="1">
                <a:solidFill>
                  <a:srgbClr val="FFFFFF"/>
                </a:solidFill>
              </a:rPr>
              <a:t>Insider Threat Investigations</a:t>
            </a:r>
            <a:endParaRPr lang="en-US" sz="1051"/>
          </a:p>
        </p:txBody>
      </p:sp>
      <p:sp>
        <p:nvSpPr>
          <p:cNvPr id="53" name="Text 51"/>
          <p:cNvSpPr/>
          <p:nvPr/>
        </p:nvSpPr>
        <p:spPr>
          <a:xfrm>
            <a:off x="4133088" y="50292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>
                <a:solidFill>
                  <a:srgbClr val="00BFFF"/>
                </a:solidFill>
              </a:rPr>
              <a:t>Standalone  |  Retainer Add-On</a:t>
            </a:r>
            <a:endParaRPr lang="en-US" sz="900"/>
          </a:p>
        </p:txBody>
      </p:sp>
      <p:sp>
        <p:nvSpPr>
          <p:cNvPr id="54" name="Text 52"/>
          <p:cNvSpPr/>
          <p:nvPr/>
        </p:nvSpPr>
        <p:spPr>
          <a:xfrm>
            <a:off x="4133088" y="524865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E8EEF5"/>
                </a:solidFill>
              </a:rPr>
              <a:t>Forensic and behavioral investigation of malicious insiders, rogue IT staff, and data theft scenarios. Defensible evidence packages for HR, legal, and executive teams.</a:t>
            </a:r>
            <a:endParaRPr lang="en-US" sz="1000"/>
          </a:p>
        </p:txBody>
      </p:sp>
      <p:sp>
        <p:nvSpPr>
          <p:cNvPr id="55" name="Text 53"/>
          <p:cNvSpPr/>
          <p:nvPr/>
        </p:nvSpPr>
        <p:spPr>
          <a:xfrm>
            <a:off x="4133088" y="5980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>
                <a:solidFill>
                  <a:srgbClr val="00BFFF"/>
                </a:solidFill>
              </a:rPr>
              <a:t>Outcome: Forensic evidence package · Legal-ready documentation</a:t>
            </a:r>
            <a:endParaRPr lang="en-US" sz="800"/>
          </a:p>
        </p:txBody>
      </p:sp>
      <p:sp>
        <p:nvSpPr>
          <p:cNvPr id="61" name="Shape 59"/>
          <p:cNvSpPr/>
          <p:nvPr/>
        </p:nvSpPr>
        <p:spPr>
          <a:xfrm>
            <a:off x="18288" y="6409944"/>
            <a:ext cx="758952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20040" y="64556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 b="1">
                <a:solidFill>
                  <a:srgbClr val="F27F00"/>
                </a:solidFill>
              </a:rPr>
              <a:t>DELIVERABLES:</a:t>
            </a:r>
            <a:endParaRPr lang="en-US" sz="751"/>
          </a:p>
        </p:txBody>
      </p:sp>
      <p:sp>
        <p:nvSpPr>
          <p:cNvPr id="63" name="Text 61"/>
          <p:cNvSpPr/>
          <p:nvPr/>
        </p:nvSpPr>
        <p:spPr>
          <a:xfrm>
            <a:off x="1161288" y="6461507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1">
                <a:solidFill>
                  <a:srgbClr val="E8EEF5"/>
                </a:solidFill>
              </a:rPr>
              <a:t>Triage Memo  ·   Containment Actions Log  ·  Host Forensic Report  ·  Root Cause Analysis  ·  Executive Briefing  ·  Remediation Roadmap  ·  Weekly Status Reports</a:t>
            </a:r>
            <a:endParaRPr lang="en-US" sz="751"/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7333BA8E-B4C2-3C8B-EDF4-7762A707FD27}"/>
              </a:ext>
            </a:extLst>
          </p:cNvPr>
          <p:cNvSpPr/>
          <p:nvPr/>
        </p:nvSpPr>
        <p:spPr>
          <a:xfrm>
            <a:off x="329101" y="320040"/>
            <a:ext cx="15911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FFFFFF"/>
                </a:solidFill>
              </a:rPr>
              <a:t>Expert-Led Incident Response</a:t>
            </a:r>
            <a:endParaRPr lang="en-US" sz="90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F0A85E7-43C7-AFB7-8F18-B6E5FD74FD43}"/>
              </a:ext>
            </a:extLst>
          </p:cNvPr>
          <p:cNvGrpSpPr/>
          <p:nvPr/>
        </p:nvGrpSpPr>
        <p:grpSpPr>
          <a:xfrm>
            <a:off x="9033777" y="1979041"/>
            <a:ext cx="2752675" cy="548640"/>
            <a:chOff x="6080760" y="1965960"/>
            <a:chExt cx="2788920" cy="548640"/>
          </a:xfrm>
        </p:grpSpPr>
        <p:sp>
          <p:nvSpPr>
            <p:cNvPr id="32" name="Shape 30"/>
            <p:cNvSpPr/>
            <p:nvPr/>
          </p:nvSpPr>
          <p:spPr>
            <a:xfrm>
              <a:off x="6080760" y="1965960"/>
              <a:ext cx="2788920" cy="548640"/>
            </a:xfrm>
            <a:prstGeom prst="rect">
              <a:avLst/>
            </a:prstGeom>
            <a:solidFill>
              <a:srgbClr val="162040"/>
            </a:solidFill>
            <a:ln w="12700">
              <a:solidFill>
                <a:srgbClr val="16204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" name="Text 31"/>
            <p:cNvSpPr/>
            <p:nvPr/>
          </p:nvSpPr>
          <p:spPr>
            <a:xfrm>
              <a:off x="6153912" y="2039112"/>
              <a:ext cx="26426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>
                  <a:solidFill>
                    <a:srgbClr val="FFFFFF"/>
                  </a:solidFill>
                </a:rPr>
                <a:t>  System Recovery</a:t>
              </a:r>
              <a:endParaRPr lang="en-US" sz="1400"/>
            </a:p>
          </p:txBody>
        </p:sp>
        <p:sp>
          <p:nvSpPr>
            <p:cNvPr id="34" name="Text 32"/>
            <p:cNvSpPr/>
            <p:nvPr/>
          </p:nvSpPr>
          <p:spPr>
            <a:xfrm>
              <a:off x="6153912" y="2286000"/>
              <a:ext cx="264261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i="1">
                  <a:solidFill>
                    <a:srgbClr val="FFC000"/>
                  </a:solidFill>
                </a:rPr>
                <a:t>Infrastructure Restoration</a:t>
              </a:r>
            </a:p>
          </p:txBody>
        </p:sp>
      </p:grpSp>
      <p:sp>
        <p:nvSpPr>
          <p:cNvPr id="35" name="Text 33"/>
          <p:cNvSpPr/>
          <p:nvPr/>
        </p:nvSpPr>
        <p:spPr>
          <a:xfrm>
            <a:off x="9084441" y="2587752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Verify and validate client backup integrity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Guide safe, staged system reintroduction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Confirm IOC clearance before production return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Support decryption and data restoration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Validate restored services and functionality</a:t>
            </a:r>
          </a:p>
          <a:p>
            <a:pPr marL="342881" indent="-342881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E8EEF5"/>
                </a:solidFill>
              </a:rPr>
              <a:t>Advise on business continuity resumption</a:t>
            </a:r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C6598C-F7B4-C071-E0DA-A48DC29B4D9B}"/>
              </a:ext>
            </a:extLst>
          </p:cNvPr>
          <p:cNvSpPr/>
          <p:nvPr/>
        </p:nvSpPr>
        <p:spPr>
          <a:xfrm>
            <a:off x="10215270" y="458774"/>
            <a:ext cx="120738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>
                <a:ln w="0"/>
                <a:solidFill>
                  <a:srgbClr val="FF0000"/>
                </a:solidFill>
              </a:rPr>
              <a:t>803-900-4609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Tooling &amp; Deliverables</a:t>
            </a: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>
                <a:solidFill>
                  <a:schemeClr val="accent3">
                    <a:lumMod val="75000"/>
                  </a:schemeClr>
                </a:solidFill>
              </a:rPr>
              <a:t>Forensically sound methods · Defensible evidence · Actionable reporting</a:t>
            </a:r>
            <a:endParaRPr lang="en-US" sz="13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91440" cy="1188720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38988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1" b="1">
                <a:solidFill>
                  <a:srgbClr val="0A0F1E"/>
                </a:solidFill>
              </a:rPr>
              <a:t>Velociraptor DFIR Platform</a:t>
            </a:r>
            <a:endParaRPr lang="en-US" sz="1151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>
                <a:solidFill>
                  <a:srgbClr val="475569"/>
                </a:solidFill>
              </a:rPr>
              <a:t>Large-scale forensic artifact collection, endpoint interrogation, and live threat hunting across distributed environments.</a:t>
            </a:r>
            <a:endParaRPr lang="en-US" sz="951"/>
          </a:p>
        </p:txBody>
      </p:sp>
      <p:sp>
        <p:nvSpPr>
          <p:cNvPr id="9" name="Shape 7"/>
          <p:cNvSpPr/>
          <p:nvPr/>
        </p:nvSpPr>
        <p:spPr>
          <a:xfrm>
            <a:off x="3154680" y="1298448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4680" y="1298448"/>
            <a:ext cx="91440" cy="1188720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38988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1" b="1">
                <a:solidFill>
                  <a:srgbClr val="0A0F1E"/>
                </a:solidFill>
              </a:rPr>
              <a:t>SIEM / EDR Analysis</a:t>
            </a:r>
            <a:endParaRPr lang="en-US" sz="1151"/>
          </a:p>
        </p:txBody>
      </p:sp>
      <p:sp>
        <p:nvSpPr>
          <p:cNvPr id="12" name="Text 10"/>
          <p:cNvSpPr/>
          <p:nvPr/>
        </p:nvSpPr>
        <p:spPr>
          <a:xfrm>
            <a:off x="3355848" y="1737360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>
                <a:solidFill>
                  <a:srgbClr val="475569"/>
                </a:solidFill>
              </a:rPr>
              <a:t>Log ingestion, alert correlation, and detection rule tuning across your existing security platforms.</a:t>
            </a:r>
            <a:endParaRPr lang="en-US" sz="951"/>
          </a:p>
        </p:txBody>
      </p:sp>
      <p:sp>
        <p:nvSpPr>
          <p:cNvPr id="13" name="Shape 11"/>
          <p:cNvSpPr/>
          <p:nvPr/>
        </p:nvSpPr>
        <p:spPr>
          <a:xfrm>
            <a:off x="5943600" y="1298448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1" y="1298448"/>
            <a:ext cx="91440" cy="1188720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44768" y="138988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1" b="1">
                <a:solidFill>
                  <a:srgbClr val="0A0F1E"/>
                </a:solidFill>
              </a:rPr>
              <a:t>Memory &amp; Disk Forensics</a:t>
            </a:r>
            <a:endParaRPr lang="en-US" sz="1151"/>
          </a:p>
        </p:txBody>
      </p:sp>
      <p:sp>
        <p:nvSpPr>
          <p:cNvPr id="16" name="Text 14"/>
          <p:cNvSpPr/>
          <p:nvPr/>
        </p:nvSpPr>
        <p:spPr>
          <a:xfrm>
            <a:off x="6144768" y="1737360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>
                <a:solidFill>
                  <a:srgbClr val="475569"/>
                </a:solidFill>
              </a:rPr>
              <a:t>Forensically sound acquisition preserving chain of custody for legal or regulatory proceedings.</a:t>
            </a:r>
            <a:endParaRPr lang="en-US" sz="951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91440" cy="1188720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274320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1" b="1">
                <a:solidFill>
                  <a:srgbClr val="0A0F1E"/>
                </a:solidFill>
              </a:rPr>
              <a:t>Threat Intelligence</a:t>
            </a:r>
            <a:endParaRPr lang="en-US" sz="1151"/>
          </a:p>
        </p:txBody>
      </p:sp>
      <p:sp>
        <p:nvSpPr>
          <p:cNvPr id="20" name="Text 18"/>
          <p:cNvSpPr/>
          <p:nvPr/>
        </p:nvSpPr>
        <p:spPr>
          <a:xfrm>
            <a:off x="566928" y="3090672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>
                <a:solidFill>
                  <a:srgbClr val="475569"/>
                </a:solidFill>
              </a:rPr>
              <a:t>IOC correlation against industry-standard feeds to identify ransomware families, C2 infrastructure, and attacker TTPs.</a:t>
            </a:r>
            <a:endParaRPr lang="en-US" sz="951"/>
          </a:p>
        </p:txBody>
      </p:sp>
      <p:sp>
        <p:nvSpPr>
          <p:cNvPr id="21" name="Shape 19"/>
          <p:cNvSpPr/>
          <p:nvPr/>
        </p:nvSpPr>
        <p:spPr>
          <a:xfrm>
            <a:off x="3154680" y="2651761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54680" y="2651761"/>
            <a:ext cx="91440" cy="1188720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55848" y="274320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1" b="1">
                <a:solidFill>
                  <a:srgbClr val="0A0F1E"/>
                </a:solidFill>
              </a:rPr>
              <a:t>Active Directory Tools</a:t>
            </a:r>
            <a:endParaRPr lang="en-US" sz="1151"/>
          </a:p>
        </p:txBody>
      </p:sp>
      <p:sp>
        <p:nvSpPr>
          <p:cNvPr id="24" name="Text 22"/>
          <p:cNvSpPr/>
          <p:nvPr/>
        </p:nvSpPr>
        <p:spPr>
          <a:xfrm>
            <a:off x="3355848" y="3090673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>
                <a:solidFill>
                  <a:srgbClr val="475569"/>
                </a:solidFill>
              </a:rPr>
              <a:t>Surface privilege escalation paths, Kerberos delegation abuse, and persistence mechanisms used by threat actors.</a:t>
            </a:r>
            <a:endParaRPr lang="en-US" sz="951"/>
          </a:p>
        </p:txBody>
      </p:sp>
      <p:sp>
        <p:nvSpPr>
          <p:cNvPr id="25" name="Shape 23"/>
          <p:cNvSpPr/>
          <p:nvPr/>
        </p:nvSpPr>
        <p:spPr>
          <a:xfrm>
            <a:off x="5943600" y="2651761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1" y="2651761"/>
            <a:ext cx="91440" cy="1188720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44768" y="274320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1" b="1">
                <a:solidFill>
                  <a:srgbClr val="0A0F1E"/>
                </a:solidFill>
              </a:rPr>
              <a:t>MITRE ATT&amp;CK Mapping</a:t>
            </a:r>
            <a:endParaRPr lang="en-US" sz="1151"/>
          </a:p>
        </p:txBody>
      </p:sp>
      <p:sp>
        <p:nvSpPr>
          <p:cNvPr id="28" name="Text 26"/>
          <p:cNvSpPr/>
          <p:nvPr/>
        </p:nvSpPr>
        <p:spPr>
          <a:xfrm>
            <a:off x="6144768" y="3090673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>
                <a:solidFill>
                  <a:srgbClr val="475569"/>
                </a:solidFill>
              </a:rPr>
              <a:t>All findings tied to MITRE ATT&amp;CK framework for structured threat modeling and defense planning.</a:t>
            </a:r>
            <a:endParaRPr lang="en-US" sz="951"/>
          </a:p>
        </p:txBody>
      </p:sp>
      <p:sp>
        <p:nvSpPr>
          <p:cNvPr id="29" name="Shape 27"/>
          <p:cNvSpPr/>
          <p:nvPr/>
        </p:nvSpPr>
        <p:spPr>
          <a:xfrm>
            <a:off x="8778241" y="1830032"/>
            <a:ext cx="3017520" cy="5029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778241" y="1830032"/>
            <a:ext cx="3017520" cy="91440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915400" y="1967193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</a:rPr>
              <a:t>What You Receive</a:t>
            </a:r>
            <a:endParaRPr lang="en-US" sz="1500"/>
          </a:p>
        </p:txBody>
      </p:sp>
      <p:sp>
        <p:nvSpPr>
          <p:cNvPr id="32" name="Shape 30"/>
          <p:cNvSpPr/>
          <p:nvPr/>
        </p:nvSpPr>
        <p:spPr>
          <a:xfrm>
            <a:off x="8823960" y="2451825"/>
            <a:ext cx="2926080" cy="512064"/>
          </a:xfrm>
          <a:prstGeom prst="rect">
            <a:avLst/>
          </a:prstGeom>
          <a:solidFill>
            <a:srgbClr val="0E224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915400" y="2470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1" b="1">
                <a:solidFill>
                  <a:srgbClr val="FFFFFF"/>
                </a:solidFill>
              </a:rPr>
              <a:t>Incident Summary Report</a:t>
            </a:r>
            <a:endParaRPr lang="en-US" sz="1051"/>
          </a:p>
        </p:txBody>
      </p:sp>
      <p:sp>
        <p:nvSpPr>
          <p:cNvPr id="34" name="Text 32"/>
          <p:cNvSpPr/>
          <p:nvPr/>
        </p:nvSpPr>
        <p:spPr>
          <a:xfrm>
            <a:off x="8915400" y="2726145"/>
            <a:ext cx="2743200" cy="201168"/>
          </a:xfrm>
          <a:prstGeom prst="rect">
            <a:avLst/>
          </a:prstGeom>
          <a:solidFill>
            <a:schemeClr val="tx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00B4D8"/>
                </a:solidFill>
              </a:rPr>
              <a:t>Timeline · IOCs · Attack TTPs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8823960" y="3027897"/>
            <a:ext cx="2926080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15400" y="3046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1" b="1">
                <a:solidFill>
                  <a:srgbClr val="FFFFFF"/>
                </a:solidFill>
              </a:rPr>
              <a:t>Root Cause Analysis</a:t>
            </a:r>
            <a:endParaRPr lang="en-US" sz="1051"/>
          </a:p>
        </p:txBody>
      </p:sp>
      <p:sp>
        <p:nvSpPr>
          <p:cNvPr id="37" name="Text 35"/>
          <p:cNvSpPr/>
          <p:nvPr/>
        </p:nvSpPr>
        <p:spPr>
          <a:xfrm>
            <a:off x="8915400" y="3302217"/>
            <a:ext cx="2743200" cy="201168"/>
          </a:xfrm>
          <a:prstGeom prst="rect">
            <a:avLst/>
          </a:prstGeom>
          <a:solidFill>
            <a:schemeClr val="tx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00B4D8"/>
                </a:solidFill>
              </a:rPr>
              <a:t>MITRE ATT&amp;CK mapped findings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8823960" y="3603969"/>
            <a:ext cx="2926080" cy="512064"/>
          </a:xfrm>
          <a:prstGeom prst="rect">
            <a:avLst/>
          </a:prstGeom>
          <a:solidFill>
            <a:srgbClr val="0E224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915400" y="3622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1" b="1">
                <a:solidFill>
                  <a:srgbClr val="FFFFFF"/>
                </a:solidFill>
              </a:rPr>
              <a:t>Remediation Plan</a:t>
            </a:r>
            <a:endParaRPr lang="en-US" sz="1051"/>
          </a:p>
        </p:txBody>
      </p:sp>
      <p:sp>
        <p:nvSpPr>
          <p:cNvPr id="40" name="Text 38"/>
          <p:cNvSpPr/>
          <p:nvPr/>
        </p:nvSpPr>
        <p:spPr>
          <a:xfrm>
            <a:off x="8915400" y="3878288"/>
            <a:ext cx="2743200" cy="201168"/>
          </a:xfrm>
          <a:prstGeom prst="rect">
            <a:avLst/>
          </a:prstGeom>
          <a:solidFill>
            <a:schemeClr val="tx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00B4D8"/>
                </a:solidFill>
              </a:rPr>
              <a:t>Prioritized implementation guidance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8823960" y="4180040"/>
            <a:ext cx="2926080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15400" y="4198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1" b="1">
                <a:solidFill>
                  <a:srgbClr val="FFFFFF"/>
                </a:solidFill>
              </a:rPr>
              <a:t>Executive Briefing</a:t>
            </a:r>
            <a:endParaRPr lang="en-US" sz="1051"/>
          </a:p>
        </p:txBody>
      </p:sp>
      <p:sp>
        <p:nvSpPr>
          <p:cNvPr id="43" name="Text 41"/>
          <p:cNvSpPr/>
          <p:nvPr/>
        </p:nvSpPr>
        <p:spPr>
          <a:xfrm>
            <a:off x="8915400" y="4454360"/>
            <a:ext cx="2743200" cy="201168"/>
          </a:xfrm>
          <a:prstGeom prst="rect">
            <a:avLst/>
          </a:prstGeom>
          <a:solidFill>
            <a:schemeClr val="tx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00B4D8"/>
                </a:solidFill>
              </a:rPr>
              <a:t>Board-ready business impact summary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8823960" y="4756112"/>
            <a:ext cx="2926080" cy="512064"/>
          </a:xfrm>
          <a:prstGeom prst="rect">
            <a:avLst/>
          </a:prstGeom>
          <a:solidFill>
            <a:srgbClr val="0E224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915400" y="477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1" b="1">
                <a:solidFill>
                  <a:srgbClr val="FFFFFF"/>
                </a:solidFill>
              </a:rPr>
              <a:t>Evidence Artifacts</a:t>
            </a:r>
            <a:endParaRPr lang="en-US" sz="1051"/>
          </a:p>
        </p:txBody>
      </p:sp>
      <p:sp>
        <p:nvSpPr>
          <p:cNvPr id="46" name="Text 44"/>
          <p:cNvSpPr/>
          <p:nvPr/>
        </p:nvSpPr>
        <p:spPr>
          <a:xfrm>
            <a:off x="8915400" y="5030432"/>
            <a:ext cx="2743200" cy="201168"/>
          </a:xfrm>
          <a:prstGeom prst="rect">
            <a:avLst/>
          </a:prstGeom>
          <a:solidFill>
            <a:schemeClr val="tx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00B4D8"/>
                </a:solidFill>
              </a:rPr>
              <a:t>Log excerpts · Hashes · IOC lists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8823960" y="5332184"/>
            <a:ext cx="2926080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915400" y="5350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1" b="1">
                <a:solidFill>
                  <a:srgbClr val="FFFFFF"/>
                </a:solidFill>
              </a:rPr>
              <a:t>Remediation Workshop</a:t>
            </a:r>
            <a:endParaRPr lang="en-US" sz="1051"/>
          </a:p>
        </p:txBody>
      </p:sp>
      <p:sp>
        <p:nvSpPr>
          <p:cNvPr id="49" name="Text 47"/>
          <p:cNvSpPr/>
          <p:nvPr/>
        </p:nvSpPr>
        <p:spPr>
          <a:xfrm>
            <a:off x="8915400" y="5606504"/>
            <a:ext cx="2743200" cy="201168"/>
          </a:xfrm>
          <a:prstGeom prst="rect">
            <a:avLst/>
          </a:prstGeom>
          <a:solidFill>
            <a:schemeClr val="tx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00B4D8"/>
                </a:solidFill>
              </a:rPr>
              <a:t>Technical session with your team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8823960" y="5908256"/>
            <a:ext cx="2926080" cy="512064"/>
          </a:xfrm>
          <a:prstGeom prst="rect">
            <a:avLst/>
          </a:prstGeom>
          <a:solidFill>
            <a:srgbClr val="0E224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915400" y="5926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1" b="1">
                <a:solidFill>
                  <a:srgbClr val="FFFFFF"/>
                </a:solidFill>
              </a:rPr>
              <a:t>Weekly Status Reports</a:t>
            </a:r>
            <a:endParaRPr lang="en-US" sz="1051"/>
          </a:p>
        </p:txBody>
      </p:sp>
      <p:sp>
        <p:nvSpPr>
          <p:cNvPr id="52" name="Text 50"/>
          <p:cNvSpPr/>
          <p:nvPr/>
        </p:nvSpPr>
        <p:spPr>
          <a:xfrm>
            <a:off x="8915400" y="6182576"/>
            <a:ext cx="2743200" cy="201168"/>
          </a:xfrm>
          <a:prstGeom prst="rect">
            <a:avLst/>
          </a:prstGeom>
          <a:solidFill>
            <a:schemeClr val="tx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00B4D8"/>
                </a:solidFill>
              </a:rPr>
              <a:t>Every Wednesday during engagement</a:t>
            </a:r>
            <a:endParaRPr lang="en-US" sz="900"/>
          </a:p>
        </p:txBody>
      </p:sp>
      <p:sp>
        <p:nvSpPr>
          <p:cNvPr id="53" name="Shape 5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94A3B8"/>
                </a:solidFill>
              </a:rPr>
              <a:t>Charlotte, NC  |  info@darkstack7.com  |  www.darkstack7.com</a:t>
            </a:r>
            <a:endParaRPr lang="en-US" sz="9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CF703C11-310B-68E0-126C-89D95B56DB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1725" y="1301915"/>
            <a:ext cx="503873" cy="40801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7E51BB4-A6AE-6DD2-CFE3-F555D72E6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847" y="4206240"/>
            <a:ext cx="2437564" cy="52120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CAAF30A-DF27-DF94-34F4-C15C595CD7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474" y="347472"/>
            <a:ext cx="990577" cy="129664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381858B-292B-874F-D781-3FCABD759C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7597" y="358587"/>
            <a:ext cx="1008043" cy="129664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02973F99-9B50-3F9D-78E4-3550F0799C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3546" y="359335"/>
            <a:ext cx="1004335" cy="129664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903170F-F303-EF02-4F19-A60E9C2E32C9}"/>
              </a:ext>
            </a:extLst>
          </p:cNvPr>
          <p:cNvSpPr txBox="1"/>
          <p:nvPr/>
        </p:nvSpPr>
        <p:spPr>
          <a:xfrm>
            <a:off x="8732753" y="85866"/>
            <a:ext cx="3175128" cy="2616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Example Report</a:t>
            </a:r>
          </a:p>
        </p:txBody>
      </p:sp>
    </p:spTree>
    <p:extLst>
      <p:ext uri="{BB962C8B-B14F-4D97-AF65-F5344CB8AC3E}">
        <p14:creationId xmlns:p14="http://schemas.microsoft.com/office/powerpoint/2010/main" val="10019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Add-On Services &amp; IR Retainer Program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>
                <a:solidFill>
                  <a:srgbClr val="7B2FBE"/>
                </a:solidFill>
              </a:rPr>
              <a:t>Sold standalone or bundled into an ongoing partnership — protection before and after incidents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5394960" cy="214884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394960" cy="54864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9264" y="13533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FFFFFF"/>
                </a:solidFill>
              </a:rPr>
              <a:t>Tabletop Exercise (TTX)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502920" y="1883664"/>
            <a:ext cx="1325880" cy="237744"/>
          </a:xfrm>
          <a:prstGeom prst="rect">
            <a:avLst/>
          </a:prstGeom>
          <a:solidFill>
            <a:srgbClr val="0070C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18836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1" b="1">
                <a:solidFill>
                  <a:srgbClr val="FFFFFF"/>
                </a:solidFill>
              </a:rPr>
              <a:t>Standalone</a:t>
            </a:r>
            <a:endParaRPr lang="en-US" sz="851"/>
          </a:p>
        </p:txBody>
      </p:sp>
      <p:sp>
        <p:nvSpPr>
          <p:cNvPr id="11" name="Shape 8"/>
          <p:cNvSpPr/>
          <p:nvPr/>
        </p:nvSpPr>
        <p:spPr>
          <a:xfrm>
            <a:off x="1965960" y="1883664"/>
            <a:ext cx="1325880" cy="237744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965960" y="18836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1" b="1">
                <a:solidFill>
                  <a:srgbClr val="FFFFFF"/>
                </a:solidFill>
              </a:rPr>
              <a:t>Retainer Add-On</a:t>
            </a:r>
            <a:endParaRPr lang="en-US" sz="851"/>
          </a:p>
        </p:txBody>
      </p:sp>
      <p:sp>
        <p:nvSpPr>
          <p:cNvPr id="13" name="Text 10"/>
          <p:cNvSpPr/>
          <p:nvPr/>
        </p:nvSpPr>
        <p:spPr>
          <a:xfrm>
            <a:off x="502920" y="2203704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334155"/>
                </a:solidFill>
              </a:rPr>
              <a:t>Proactive incident simulation scenarios that validate your team's response playbooks and expose critical gaps. Required by many cyber insurance carriers and compliance frameworks.</a:t>
            </a:r>
            <a:endParaRPr lang="en-US" sz="1000"/>
          </a:p>
        </p:txBody>
      </p:sp>
      <p:sp>
        <p:nvSpPr>
          <p:cNvPr id="14" name="Text 11"/>
          <p:cNvSpPr/>
          <p:nvPr/>
        </p:nvSpPr>
        <p:spPr>
          <a:xfrm>
            <a:off x="502920" y="30540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>
                <a:solidFill>
                  <a:srgbClr val="00B4D8"/>
                </a:solidFill>
              </a:rPr>
              <a:t>Outcome: Gap analysis report · Updated IR runbooks · Team confidence under fire</a:t>
            </a:r>
            <a:endParaRPr lang="en-US" sz="900"/>
          </a:p>
        </p:txBody>
      </p:sp>
      <p:sp>
        <p:nvSpPr>
          <p:cNvPr id="15" name="Shape 12"/>
          <p:cNvSpPr/>
          <p:nvPr/>
        </p:nvSpPr>
        <p:spPr>
          <a:xfrm>
            <a:off x="365760" y="3639312"/>
            <a:ext cx="5394960" cy="214884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5760" y="3639312"/>
            <a:ext cx="5394960" cy="548640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49040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9264" y="37307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FFFFFF"/>
                </a:solidFill>
              </a:rPr>
              <a:t>Insider Threat Investigations</a:t>
            </a:r>
            <a:endParaRPr lang="en-US" sz="1400"/>
          </a:p>
        </p:txBody>
      </p:sp>
      <p:sp>
        <p:nvSpPr>
          <p:cNvPr id="19" name="Shape 15"/>
          <p:cNvSpPr/>
          <p:nvPr/>
        </p:nvSpPr>
        <p:spPr>
          <a:xfrm>
            <a:off x="502920" y="4261104"/>
            <a:ext cx="132588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02920" y="4261104"/>
            <a:ext cx="1325880" cy="237744"/>
          </a:xfrm>
          <a:prstGeom prst="rect">
            <a:avLst/>
          </a:prstGeom>
          <a:solidFill>
            <a:srgbClr val="0070C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algn="ctr"/>
            <a:r>
              <a:rPr lang="en-US" sz="851" b="1">
                <a:solidFill>
                  <a:srgbClr val="FFFFFF"/>
                </a:solidFill>
              </a:rPr>
              <a:t>Standalone</a:t>
            </a:r>
          </a:p>
        </p:txBody>
      </p:sp>
      <p:sp>
        <p:nvSpPr>
          <p:cNvPr id="21" name="Shape 17"/>
          <p:cNvSpPr/>
          <p:nvPr/>
        </p:nvSpPr>
        <p:spPr>
          <a:xfrm>
            <a:off x="1965960" y="4261104"/>
            <a:ext cx="1325880" cy="23774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965960" y="4261104"/>
            <a:ext cx="1325880" cy="237744"/>
          </a:xfrm>
          <a:prstGeom prst="rect">
            <a:avLst/>
          </a:prstGeom>
          <a:solidFill>
            <a:schemeClr val="accent3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1" b="1">
                <a:solidFill>
                  <a:srgbClr val="FFFFFF"/>
                </a:solidFill>
              </a:rPr>
              <a:t>Retainer Add-On</a:t>
            </a:r>
          </a:p>
        </p:txBody>
      </p:sp>
      <p:sp>
        <p:nvSpPr>
          <p:cNvPr id="23" name="Text 19"/>
          <p:cNvSpPr/>
          <p:nvPr/>
        </p:nvSpPr>
        <p:spPr>
          <a:xfrm>
            <a:off x="502920" y="4581144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334155"/>
                </a:solidFill>
              </a:rPr>
              <a:t>Forensic and behavioral investigation of malicious insiders, rogue IT staff, and data theft scenarios. Defensible evidence packages supporting HR, legal, and executive teams throughout.</a:t>
            </a:r>
            <a:endParaRPr lang="en-US" sz="1000"/>
          </a:p>
        </p:txBody>
      </p:sp>
      <p:sp>
        <p:nvSpPr>
          <p:cNvPr id="24" name="Text 20"/>
          <p:cNvSpPr/>
          <p:nvPr/>
        </p:nvSpPr>
        <p:spPr>
          <a:xfrm>
            <a:off x="502920" y="54315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>
                <a:solidFill>
                  <a:srgbClr val="00B4D8"/>
                </a:solidFill>
              </a:rPr>
              <a:t>Outcome: Forensic evidence package · Legal-ready documentation · Remediation plan</a:t>
            </a:r>
            <a:endParaRPr lang="en-US" sz="900"/>
          </a:p>
        </p:txBody>
      </p:sp>
      <p:sp>
        <p:nvSpPr>
          <p:cNvPr id="25" name="Shape 21"/>
          <p:cNvSpPr/>
          <p:nvPr/>
        </p:nvSpPr>
        <p:spPr>
          <a:xfrm>
            <a:off x="6217920" y="1243584"/>
            <a:ext cx="5596128" cy="50749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217920" y="1243584"/>
            <a:ext cx="5596128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400801" y="141732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 Retainer Program</a:t>
            </a:r>
            <a:endParaRPr lang="en-US" sz="2000"/>
          </a:p>
        </p:txBody>
      </p:sp>
      <p:sp>
        <p:nvSpPr>
          <p:cNvPr id="28" name="Text 24"/>
          <p:cNvSpPr/>
          <p:nvPr/>
        </p:nvSpPr>
        <p:spPr>
          <a:xfrm>
            <a:off x="6400801" y="1920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F97316"/>
                </a:solidFill>
              </a:rPr>
              <a:t>Proactive partnership — not just break-fix response</a:t>
            </a:r>
            <a:endParaRPr lang="en-US" sz="1100"/>
          </a:p>
        </p:txBody>
      </p:sp>
      <p:sp>
        <p:nvSpPr>
          <p:cNvPr id="29" name="Text 25"/>
          <p:cNvSpPr/>
          <p:nvPr/>
        </p:nvSpPr>
        <p:spPr>
          <a:xfrm>
            <a:off x="6400801" y="2331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0B4D8"/>
                </a:solidFill>
              </a:rPr>
              <a:t>What's Included:</a:t>
            </a:r>
            <a:endParaRPr lang="en-US" sz="1200"/>
          </a:p>
        </p:txBody>
      </p:sp>
      <p:sp>
        <p:nvSpPr>
          <p:cNvPr id="30" name="Text 26"/>
          <p:cNvSpPr/>
          <p:nvPr/>
        </p:nvSpPr>
        <p:spPr>
          <a:xfrm>
            <a:off x="6446520" y="2670048"/>
            <a:ext cx="5166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881" indent="-342881">
              <a:spcAft>
                <a:spcPts val="400"/>
              </a:spcAft>
              <a:buSzPct val="100000"/>
              <a:buChar char="•"/>
            </a:pPr>
            <a:r>
              <a:rPr lang="en-US" sz="1051">
                <a:solidFill>
                  <a:srgbClr val="E8F4FD"/>
                </a:solidFill>
              </a:rPr>
              <a:t>Pre-authorized IR hours — activate immediately</a:t>
            </a:r>
            <a:endParaRPr lang="en-US" sz="1051"/>
          </a:p>
          <a:p>
            <a:pPr marL="342881" indent="-342881">
              <a:spcAft>
                <a:spcPts val="400"/>
              </a:spcAft>
              <a:buSzPct val="100000"/>
              <a:buChar char="•"/>
            </a:pPr>
            <a:r>
              <a:rPr lang="en-US" sz="1051">
                <a:solidFill>
                  <a:srgbClr val="E8F4FD"/>
                </a:solidFill>
              </a:rPr>
              <a:t>Regular asset familiarization with your environment</a:t>
            </a:r>
            <a:endParaRPr lang="en-US" sz="1051"/>
          </a:p>
          <a:p>
            <a:pPr marL="342881" indent="-342881">
              <a:spcAft>
                <a:spcPts val="400"/>
              </a:spcAft>
              <a:buSzPct val="100000"/>
              <a:buChar char="•"/>
            </a:pPr>
            <a:r>
              <a:rPr lang="en-US" sz="1051">
                <a:solidFill>
                  <a:srgbClr val="E8F4FD"/>
                </a:solidFill>
              </a:rPr>
              <a:t>Detection &amp; response control reviews</a:t>
            </a:r>
            <a:endParaRPr lang="en-US" sz="1051"/>
          </a:p>
          <a:p>
            <a:pPr marL="342881" indent="-342881">
              <a:spcAft>
                <a:spcPts val="400"/>
              </a:spcAft>
              <a:buSzPct val="100000"/>
              <a:buChar char="•"/>
            </a:pPr>
            <a:r>
              <a:rPr lang="en-US" sz="1051">
                <a:solidFill>
                  <a:srgbClr val="E8F4FD"/>
                </a:solidFill>
              </a:rPr>
              <a:t>Emerging threat briefings &amp; advisory calls</a:t>
            </a:r>
            <a:endParaRPr lang="en-US" sz="1051"/>
          </a:p>
          <a:p>
            <a:pPr marL="342881" indent="-342881">
              <a:spcAft>
                <a:spcPts val="400"/>
              </a:spcAft>
              <a:buSzPct val="100000"/>
              <a:buChar char="•"/>
            </a:pPr>
            <a:r>
              <a:rPr lang="en-US" sz="1051">
                <a:solidFill>
                  <a:srgbClr val="E8F4FD"/>
                </a:solidFill>
              </a:rPr>
              <a:t>Annual tabletop exercise (TTX) — included</a:t>
            </a:r>
            <a:endParaRPr lang="en-US" sz="1051"/>
          </a:p>
          <a:p>
            <a:pPr marL="342881" indent="-342881">
              <a:spcAft>
                <a:spcPts val="400"/>
              </a:spcAft>
              <a:buSzPct val="100000"/>
              <a:buChar char="•"/>
            </a:pPr>
            <a:r>
              <a:rPr lang="en-US" sz="1051">
                <a:solidFill>
                  <a:srgbClr val="E8F4FD"/>
                </a:solidFill>
              </a:rPr>
              <a:t>Insider threat investigation support — included</a:t>
            </a:r>
            <a:endParaRPr lang="en-US" sz="1051"/>
          </a:p>
          <a:p>
            <a:pPr marL="342881" indent="-342881">
              <a:spcAft>
                <a:spcPts val="400"/>
              </a:spcAft>
              <a:buSzPct val="100000"/>
              <a:buChar char="•"/>
            </a:pPr>
            <a:r>
              <a:rPr lang="en-US" sz="1051">
                <a:solidFill>
                  <a:srgbClr val="E8F4FD"/>
                </a:solidFill>
              </a:rPr>
              <a:t>Priority response SLAs — 2-hour mobilization</a:t>
            </a:r>
            <a:endParaRPr lang="en-US" sz="1051"/>
          </a:p>
          <a:p>
            <a:pPr marL="342881" indent="-342881">
              <a:spcAft>
                <a:spcPts val="400"/>
              </a:spcAft>
              <a:buSzPct val="100000"/>
              <a:buChar char="•"/>
            </a:pPr>
            <a:r>
              <a:rPr lang="en-US" sz="1051">
                <a:solidFill>
                  <a:srgbClr val="E8F4FD"/>
                </a:solidFill>
              </a:rPr>
              <a:t>Discounted overage rates on additional hours</a:t>
            </a:r>
            <a:endParaRPr lang="en-US" sz="1051"/>
          </a:p>
        </p:txBody>
      </p:sp>
      <p:sp>
        <p:nvSpPr>
          <p:cNvPr id="31" name="Shape 27"/>
          <p:cNvSpPr/>
          <p:nvPr/>
        </p:nvSpPr>
        <p:spPr>
          <a:xfrm>
            <a:off x="6217920" y="5321808"/>
            <a:ext cx="5596128" cy="996696"/>
          </a:xfrm>
          <a:prstGeom prst="rect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400801" y="53675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F97316"/>
                </a:solidFill>
              </a:rPr>
              <a:t>Best For:</a:t>
            </a:r>
            <a:endParaRPr lang="en-US" sz="1100"/>
          </a:p>
        </p:txBody>
      </p:sp>
      <p:sp>
        <p:nvSpPr>
          <p:cNvPr id="33" name="Text 29"/>
          <p:cNvSpPr/>
          <p:nvPr/>
        </p:nvSpPr>
        <p:spPr>
          <a:xfrm>
            <a:off x="6400801" y="564184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E8F4FD"/>
                </a:solidFill>
              </a:rPr>
              <a:t>Organizations that want a trusted DFIR partner who already knows their environment — responding with speed and context, not starting from zero during a crisis.</a:t>
            </a:r>
            <a:endParaRPr lang="en-US" sz="1000"/>
          </a:p>
        </p:txBody>
      </p:sp>
      <p:sp>
        <p:nvSpPr>
          <p:cNvPr id="34" name="Shape 3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94A3B8"/>
                </a:solidFill>
              </a:rPr>
              <a:t>Charlotte, NC  |  info@darkstack7.com  |  www.darkstack7.com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096440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2161520" cy="6858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0" y="11887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i="1">
                <a:solidFill>
                  <a:srgbClr val="FFFFFF"/>
                </a:solidFill>
              </a:rPr>
              <a:t>IR Retainer Tier Comparison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923544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1">
                <a:solidFill>
                  <a:schemeClr val="bg1"/>
                </a:solidFill>
              </a:rPr>
              <a:t>info@darkstack7.com  |  www.darkstack7.com</a:t>
            </a:r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>
                <a:solidFill>
                  <a:srgbClr val="7A90AA"/>
                </a:solidFill>
              </a:rPr>
              <a:t>Every tier answers the same questions — so your team and your prospects can compare apples to apples.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3657600" cy="2505456"/>
          </a:xfrm>
          <a:prstGeom prst="rect">
            <a:avLst/>
          </a:prstGeom>
          <a:solidFill>
            <a:srgbClr val="1A2A3F"/>
          </a:solidFill>
          <a:ln w="12700">
            <a:solidFill>
              <a:srgbClr val="1A2A3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320040" y="1115570"/>
            <a:ext cx="3657600" cy="50292"/>
          </a:xfrm>
          <a:prstGeom prst="rect">
            <a:avLst/>
          </a:prstGeom>
          <a:solidFill>
            <a:srgbClr val="7A90AA"/>
          </a:solidFill>
          <a:ln w="12700">
            <a:solidFill>
              <a:srgbClr val="7A90A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448056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FFFFF"/>
                </a:solidFill>
              </a:rPr>
              <a:t>IR Assist</a:t>
            </a: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" y="14538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>
                <a:solidFill>
                  <a:srgbClr val="7A90AA"/>
                </a:solidFill>
              </a:rPr>
              <a:t>Entry Tier  —  The on-call foundation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448056" y="16367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</a:rPr>
              <a:t>$10,500 / yr   ·   ~35 hrs. prepaid reserved for active incidents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365760" y="1883666"/>
            <a:ext cx="3611880" cy="22860"/>
          </a:xfrm>
          <a:prstGeom prst="rect">
            <a:avLst/>
          </a:prstGeom>
          <a:solidFill>
            <a:srgbClr val="7A90AA">
              <a:alpha val="40000"/>
            </a:srgbClr>
          </a:solidFill>
          <a:ln w="12700">
            <a:solidFill>
              <a:srgbClr val="7A90A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5" name="Shape 13"/>
          <p:cNvSpPr/>
          <p:nvPr/>
        </p:nvSpPr>
        <p:spPr>
          <a:xfrm>
            <a:off x="365760" y="1920242"/>
            <a:ext cx="3611880" cy="425196"/>
          </a:xfrm>
          <a:prstGeom prst="rect">
            <a:avLst/>
          </a:prstGeom>
          <a:solidFill>
            <a:srgbClr val="0F1D30"/>
          </a:solidFill>
          <a:ln w="12700">
            <a:solidFill>
              <a:srgbClr val="0F1D3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448056" y="1956816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7A90AA"/>
                </a:solidFill>
              </a:rPr>
              <a:t>Prepaid Hours</a:t>
            </a:r>
            <a:endParaRPr lang="en-US" sz="800"/>
          </a:p>
        </p:txBody>
      </p:sp>
      <p:sp>
        <p:nvSpPr>
          <p:cNvPr id="17" name="Text 15"/>
          <p:cNvSpPr/>
          <p:nvPr/>
        </p:nvSpPr>
        <p:spPr>
          <a:xfrm>
            <a:off x="448061" y="2086408"/>
            <a:ext cx="3123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D8E4F0"/>
                </a:solidFill>
              </a:rPr>
              <a:t>35 hours / year — reserved for active incidents only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448056" y="2384360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7A90AA"/>
                </a:solidFill>
              </a:rPr>
              <a:t>Response SLA</a:t>
            </a:r>
            <a:endParaRPr lang="en-US" sz="800"/>
          </a:p>
        </p:txBody>
      </p:sp>
      <p:sp>
        <p:nvSpPr>
          <p:cNvPr id="20" name="Text 18"/>
          <p:cNvSpPr/>
          <p:nvPr/>
        </p:nvSpPr>
        <p:spPr>
          <a:xfrm>
            <a:off x="448056" y="253746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D8E4F0"/>
                </a:solidFill>
              </a:rPr>
              <a:t>4-hour remote 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365760" y="2770634"/>
            <a:ext cx="3611880" cy="425196"/>
          </a:xfrm>
          <a:prstGeom prst="rect">
            <a:avLst/>
          </a:prstGeom>
          <a:solidFill>
            <a:srgbClr val="0F1D30"/>
          </a:solidFill>
          <a:ln w="12700">
            <a:solidFill>
              <a:srgbClr val="0F1D3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448056" y="2807208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7A90AA"/>
                </a:solidFill>
              </a:rPr>
              <a:t>Onboarding</a:t>
            </a:r>
            <a:endParaRPr lang="en-US" sz="800"/>
          </a:p>
        </p:txBody>
      </p:sp>
      <p:sp>
        <p:nvSpPr>
          <p:cNvPr id="23" name="Text 21"/>
          <p:cNvSpPr/>
          <p:nvPr/>
        </p:nvSpPr>
        <p:spPr>
          <a:xfrm>
            <a:off x="448056" y="296265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D8E4F0"/>
                </a:solidFill>
              </a:rPr>
              <a:t>Basic environment audit + documented IR plan</a:t>
            </a:r>
          </a:p>
          <a:p>
            <a:r>
              <a:rPr lang="en-US" sz="900">
                <a:solidFill>
                  <a:schemeClr val="bg1"/>
                </a:solidFill>
              </a:rPr>
              <a:t>Corporate runbooks updated with Darkstack7 IR Declaration</a:t>
            </a:r>
          </a:p>
        </p:txBody>
      </p:sp>
      <p:sp>
        <p:nvSpPr>
          <p:cNvPr id="24" name="Shape 22"/>
          <p:cNvSpPr/>
          <p:nvPr/>
        </p:nvSpPr>
        <p:spPr>
          <a:xfrm>
            <a:off x="365760" y="3195828"/>
            <a:ext cx="3611880" cy="612648"/>
          </a:xfrm>
          <a:prstGeom prst="rect">
            <a:avLst/>
          </a:prstGeom>
          <a:solidFill>
            <a:srgbClr val="1A2A3F"/>
          </a:solidFill>
          <a:ln w="12700">
            <a:solidFill>
              <a:srgbClr val="1A2A3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5" name="Text 23"/>
          <p:cNvSpPr/>
          <p:nvPr/>
        </p:nvSpPr>
        <p:spPr>
          <a:xfrm>
            <a:off x="448056" y="3232404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7A90AA"/>
                </a:solidFill>
              </a:rPr>
              <a:t>Proactive Use</a:t>
            </a:r>
            <a:endParaRPr lang="en-US" sz="800"/>
          </a:p>
        </p:txBody>
      </p:sp>
      <p:sp>
        <p:nvSpPr>
          <p:cNvPr id="26" name="Text 24"/>
          <p:cNvSpPr/>
          <p:nvPr/>
        </p:nvSpPr>
        <p:spPr>
          <a:xfrm>
            <a:off x="448056" y="338785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FFFFFF"/>
                </a:solidFill>
              </a:rPr>
              <a:t>Reserved exclusively for active incident response — hours always available when it matters most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4142232" y="1115568"/>
            <a:ext cx="3657600" cy="2505456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4" name="Shape 42"/>
          <p:cNvSpPr/>
          <p:nvPr/>
        </p:nvSpPr>
        <p:spPr>
          <a:xfrm>
            <a:off x="4142232" y="1115570"/>
            <a:ext cx="3657600" cy="5029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5" name="Shape 43"/>
          <p:cNvSpPr/>
          <p:nvPr/>
        </p:nvSpPr>
        <p:spPr>
          <a:xfrm>
            <a:off x="4142246" y="1115568"/>
            <a:ext cx="45719" cy="2688336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6" name="Shape 44"/>
          <p:cNvSpPr/>
          <p:nvPr/>
        </p:nvSpPr>
        <p:spPr>
          <a:xfrm>
            <a:off x="6684264" y="1207008"/>
            <a:ext cx="1060704" cy="182880"/>
          </a:xfrm>
          <a:prstGeom prst="rect">
            <a:avLst/>
          </a:prstGeom>
          <a:solidFill>
            <a:srgbClr val="00BFFF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7" name="Text 45"/>
          <p:cNvSpPr/>
          <p:nvPr/>
        </p:nvSpPr>
        <p:spPr>
          <a:xfrm>
            <a:off x="6684264" y="1216153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0D1526"/>
                </a:solidFill>
              </a:rPr>
              <a:t>STANDARD</a:t>
            </a:r>
            <a:endParaRPr lang="en-US" sz="800"/>
          </a:p>
        </p:txBody>
      </p:sp>
      <p:sp>
        <p:nvSpPr>
          <p:cNvPr id="48" name="Text 46"/>
          <p:cNvSpPr/>
          <p:nvPr/>
        </p:nvSpPr>
        <p:spPr>
          <a:xfrm>
            <a:off x="4270249" y="1188721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FFFFF"/>
                </a:solidFill>
              </a:rPr>
              <a:t>IR Respond</a:t>
            </a:r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70248" y="14538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>
                <a:solidFill>
                  <a:srgbClr val="00BFFF"/>
                </a:solidFill>
              </a:rPr>
              <a:t>Standard Tier  —  The active-engagement option with Forensics &amp; Recovery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4270248" y="16367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</a:rPr>
              <a:t>$17,520 / yr   ·   ~50 hrs. prepaid</a:t>
            </a:r>
            <a:endParaRPr lang="en-US" sz="1050"/>
          </a:p>
        </p:txBody>
      </p:sp>
      <p:sp>
        <p:nvSpPr>
          <p:cNvPr id="51" name="Shape 49"/>
          <p:cNvSpPr/>
          <p:nvPr/>
        </p:nvSpPr>
        <p:spPr>
          <a:xfrm>
            <a:off x="4187952" y="1883666"/>
            <a:ext cx="3611880" cy="22860"/>
          </a:xfrm>
          <a:prstGeom prst="rect">
            <a:avLst/>
          </a:prstGeom>
          <a:solidFill>
            <a:srgbClr val="00BFFF">
              <a:alpha val="40000"/>
            </a:srgbClr>
          </a:solidFill>
          <a:ln w="12700">
            <a:solidFill>
              <a:srgbClr val="00B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2" name="Shape 50"/>
          <p:cNvSpPr/>
          <p:nvPr/>
        </p:nvSpPr>
        <p:spPr>
          <a:xfrm>
            <a:off x="4187952" y="1920243"/>
            <a:ext cx="3611880" cy="425196"/>
          </a:xfrm>
          <a:prstGeom prst="rect">
            <a:avLst/>
          </a:prstGeom>
          <a:solidFill>
            <a:srgbClr val="0F1D30"/>
          </a:solidFill>
          <a:ln w="12700">
            <a:solidFill>
              <a:srgbClr val="0F1D3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3" name="Text 51"/>
          <p:cNvSpPr/>
          <p:nvPr/>
        </p:nvSpPr>
        <p:spPr>
          <a:xfrm>
            <a:off x="4270248" y="1956816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00BFFF"/>
                </a:solidFill>
              </a:rPr>
              <a:t>Prepaid Hours</a:t>
            </a:r>
            <a:endParaRPr lang="en-US" sz="800"/>
          </a:p>
        </p:txBody>
      </p:sp>
      <p:sp>
        <p:nvSpPr>
          <p:cNvPr id="54" name="Text 52"/>
          <p:cNvSpPr/>
          <p:nvPr/>
        </p:nvSpPr>
        <p:spPr>
          <a:xfrm>
            <a:off x="4270248" y="211226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D8E4F0"/>
                </a:solidFill>
              </a:rPr>
              <a:t>50 hours / year — proactive use eligible</a:t>
            </a:r>
            <a:endParaRPr lang="en-US" sz="900"/>
          </a:p>
        </p:txBody>
      </p:sp>
      <p:sp>
        <p:nvSpPr>
          <p:cNvPr id="55" name="Shape 53"/>
          <p:cNvSpPr/>
          <p:nvPr/>
        </p:nvSpPr>
        <p:spPr>
          <a:xfrm>
            <a:off x="4187952" y="2345438"/>
            <a:ext cx="3611880" cy="425196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6" name="Text 54"/>
          <p:cNvSpPr/>
          <p:nvPr/>
        </p:nvSpPr>
        <p:spPr>
          <a:xfrm>
            <a:off x="4270248" y="2382012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00BFFF"/>
                </a:solidFill>
              </a:rPr>
              <a:t>Response SLA</a:t>
            </a:r>
            <a:endParaRPr lang="en-US" sz="800"/>
          </a:p>
        </p:txBody>
      </p:sp>
      <p:sp>
        <p:nvSpPr>
          <p:cNvPr id="57" name="Text 55"/>
          <p:cNvSpPr/>
          <p:nvPr/>
        </p:nvSpPr>
        <p:spPr>
          <a:xfrm>
            <a:off x="4270248" y="253746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D8E4F0"/>
                </a:solidFill>
              </a:rPr>
              <a:t>2 hour remote · On-site within 24 hours if applicable</a:t>
            </a:r>
            <a:endParaRPr lang="en-US" sz="900"/>
          </a:p>
        </p:txBody>
      </p:sp>
      <p:sp>
        <p:nvSpPr>
          <p:cNvPr id="58" name="Shape 56"/>
          <p:cNvSpPr/>
          <p:nvPr/>
        </p:nvSpPr>
        <p:spPr>
          <a:xfrm>
            <a:off x="4187952" y="2770635"/>
            <a:ext cx="3611880" cy="425196"/>
          </a:xfrm>
          <a:prstGeom prst="rect">
            <a:avLst/>
          </a:prstGeom>
          <a:solidFill>
            <a:srgbClr val="0F1D30"/>
          </a:solidFill>
          <a:ln w="12700">
            <a:solidFill>
              <a:srgbClr val="0F1D3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9" name="Text 57"/>
          <p:cNvSpPr/>
          <p:nvPr/>
        </p:nvSpPr>
        <p:spPr>
          <a:xfrm>
            <a:off x="4270248" y="2807209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00BFFF"/>
                </a:solidFill>
              </a:rPr>
              <a:t>Onboarding</a:t>
            </a:r>
            <a:endParaRPr lang="en-US" sz="800"/>
          </a:p>
        </p:txBody>
      </p:sp>
      <p:sp>
        <p:nvSpPr>
          <p:cNvPr id="60" name="Text 58"/>
          <p:cNvSpPr/>
          <p:nvPr/>
        </p:nvSpPr>
        <p:spPr>
          <a:xfrm>
            <a:off x="4270248" y="2962657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D8E4F0"/>
                </a:solidFill>
              </a:rPr>
              <a:t>Full environment docs, Remote Access, pre-positioned tooling, etc.</a:t>
            </a:r>
            <a:endParaRPr lang="en-US" sz="900"/>
          </a:p>
        </p:txBody>
      </p:sp>
      <p:sp>
        <p:nvSpPr>
          <p:cNvPr id="61" name="Shape 59"/>
          <p:cNvSpPr/>
          <p:nvPr/>
        </p:nvSpPr>
        <p:spPr>
          <a:xfrm>
            <a:off x="4187952" y="3195830"/>
            <a:ext cx="3611880" cy="608076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2" name="Text 60"/>
          <p:cNvSpPr/>
          <p:nvPr/>
        </p:nvSpPr>
        <p:spPr>
          <a:xfrm>
            <a:off x="4270248" y="3232404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00BFFF"/>
                </a:solidFill>
              </a:rPr>
              <a:t>Proactive Use</a:t>
            </a:r>
            <a:endParaRPr lang="en-US" sz="800"/>
          </a:p>
        </p:txBody>
      </p:sp>
      <p:sp>
        <p:nvSpPr>
          <p:cNvPr id="63" name="Text 61"/>
          <p:cNvSpPr/>
          <p:nvPr/>
        </p:nvSpPr>
        <p:spPr>
          <a:xfrm>
            <a:off x="4265676" y="344963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D8E4F0"/>
                </a:solidFill>
              </a:rPr>
              <a:t>Yes — threat hunting walk through, IR playbook development, tabletop exercises, hours can be used for security assessments or threat hunting 	 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 flipV="1">
            <a:off x="6286500" y="928131"/>
            <a:ext cx="3611880" cy="45719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0" name="Shape 78"/>
          <p:cNvSpPr/>
          <p:nvPr/>
        </p:nvSpPr>
        <p:spPr>
          <a:xfrm>
            <a:off x="7964424" y="1115568"/>
            <a:ext cx="3657600" cy="2505456"/>
          </a:xfrm>
          <a:prstGeom prst="rect">
            <a:avLst/>
          </a:prstGeom>
          <a:solidFill>
            <a:srgbClr val="0A1B32"/>
          </a:solidFill>
          <a:ln w="12700">
            <a:solidFill>
              <a:srgbClr val="0A1B3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1" name="Shape 79"/>
          <p:cNvSpPr/>
          <p:nvPr/>
        </p:nvSpPr>
        <p:spPr>
          <a:xfrm>
            <a:off x="7964424" y="1115570"/>
            <a:ext cx="3657600" cy="502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2" name="Shape 80"/>
          <p:cNvSpPr/>
          <p:nvPr/>
        </p:nvSpPr>
        <p:spPr>
          <a:xfrm>
            <a:off x="7964425" y="1115568"/>
            <a:ext cx="45720" cy="268833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3" name="Shape 81"/>
          <p:cNvSpPr/>
          <p:nvPr/>
        </p:nvSpPr>
        <p:spPr>
          <a:xfrm>
            <a:off x="10506456" y="1207008"/>
            <a:ext cx="1060704" cy="182880"/>
          </a:xfrm>
          <a:prstGeom prst="rect">
            <a:avLst/>
          </a:prstGeom>
          <a:solidFill>
            <a:srgbClr val="E8B84B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4" name="Text 82"/>
          <p:cNvSpPr/>
          <p:nvPr/>
        </p:nvSpPr>
        <p:spPr>
          <a:xfrm>
            <a:off x="10506456" y="1216153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0D1526"/>
                </a:solidFill>
              </a:rPr>
              <a:t>PREMIUM</a:t>
            </a:r>
            <a:endParaRPr lang="en-US" sz="800"/>
          </a:p>
        </p:txBody>
      </p:sp>
      <p:sp>
        <p:nvSpPr>
          <p:cNvPr id="85" name="Text 83"/>
          <p:cNvSpPr/>
          <p:nvPr/>
        </p:nvSpPr>
        <p:spPr>
          <a:xfrm>
            <a:off x="8092440" y="1188721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FFFFF"/>
                </a:solidFill>
              </a:rPr>
              <a:t>IR Defend</a:t>
            </a:r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8092440" y="14538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>
                <a:solidFill>
                  <a:srgbClr val="E8B84B"/>
                </a:solidFill>
              </a:rPr>
              <a:t>Premium Tier  —  The proactive-posture tier</a:t>
            </a:r>
            <a:endParaRPr lang="en-US" sz="900"/>
          </a:p>
        </p:txBody>
      </p:sp>
      <p:sp>
        <p:nvSpPr>
          <p:cNvPr id="87" name="Text 85"/>
          <p:cNvSpPr/>
          <p:nvPr/>
        </p:nvSpPr>
        <p:spPr>
          <a:xfrm>
            <a:off x="8092440" y="16367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</a:rPr>
              <a:t>$29,130 / yr   ·   86+  hrs prepaid</a:t>
            </a:r>
            <a:endParaRPr lang="en-US" sz="1050"/>
          </a:p>
        </p:txBody>
      </p:sp>
      <p:sp>
        <p:nvSpPr>
          <p:cNvPr id="88" name="Shape 86"/>
          <p:cNvSpPr/>
          <p:nvPr/>
        </p:nvSpPr>
        <p:spPr>
          <a:xfrm>
            <a:off x="8010144" y="1883666"/>
            <a:ext cx="3611880" cy="22860"/>
          </a:xfrm>
          <a:prstGeom prst="rect">
            <a:avLst/>
          </a:prstGeom>
          <a:solidFill>
            <a:srgbClr val="E8B84B">
              <a:alpha val="40000"/>
            </a:srgbClr>
          </a:solidFill>
          <a:ln w="12700">
            <a:solidFill>
              <a:srgbClr val="E8B84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89" name="Shape 87"/>
          <p:cNvSpPr/>
          <p:nvPr/>
        </p:nvSpPr>
        <p:spPr>
          <a:xfrm>
            <a:off x="8010144" y="1920243"/>
            <a:ext cx="3611880" cy="425196"/>
          </a:xfrm>
          <a:prstGeom prst="rect">
            <a:avLst/>
          </a:prstGeom>
          <a:solidFill>
            <a:srgbClr val="0F1D30"/>
          </a:solidFill>
          <a:ln w="12700">
            <a:solidFill>
              <a:srgbClr val="0F1D3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0" name="Text 88"/>
          <p:cNvSpPr/>
          <p:nvPr/>
        </p:nvSpPr>
        <p:spPr>
          <a:xfrm>
            <a:off x="8092440" y="1956816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E8B84B"/>
                </a:solidFill>
              </a:rPr>
              <a:t>Prepaid Hours</a:t>
            </a:r>
            <a:endParaRPr lang="en-US" sz="800"/>
          </a:p>
        </p:txBody>
      </p:sp>
      <p:sp>
        <p:nvSpPr>
          <p:cNvPr id="91" name="Text 89"/>
          <p:cNvSpPr/>
          <p:nvPr/>
        </p:nvSpPr>
        <p:spPr>
          <a:xfrm>
            <a:off x="8092440" y="211226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D8E4F0"/>
                </a:solidFill>
              </a:rPr>
              <a:t>86+ hours / year — IR use + Threat Hunting + Proactive</a:t>
            </a:r>
            <a:endParaRPr lang="en-US" sz="900"/>
          </a:p>
        </p:txBody>
      </p:sp>
      <p:sp>
        <p:nvSpPr>
          <p:cNvPr id="92" name="Shape 90"/>
          <p:cNvSpPr/>
          <p:nvPr/>
        </p:nvSpPr>
        <p:spPr>
          <a:xfrm>
            <a:off x="8010144" y="2345438"/>
            <a:ext cx="3611880" cy="425196"/>
          </a:xfrm>
          <a:prstGeom prst="rect">
            <a:avLst/>
          </a:prstGeom>
          <a:solidFill>
            <a:srgbClr val="0A1B32"/>
          </a:solidFill>
          <a:ln w="12700">
            <a:solidFill>
              <a:srgbClr val="0A1B3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3" name="Text 91"/>
          <p:cNvSpPr/>
          <p:nvPr/>
        </p:nvSpPr>
        <p:spPr>
          <a:xfrm>
            <a:off x="8092440" y="2382012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E8B84B"/>
                </a:solidFill>
              </a:rPr>
              <a:t>Response SLA</a:t>
            </a:r>
            <a:endParaRPr lang="en-US" sz="800"/>
          </a:p>
        </p:txBody>
      </p:sp>
      <p:sp>
        <p:nvSpPr>
          <p:cNvPr id="94" name="Text 92"/>
          <p:cNvSpPr/>
          <p:nvPr/>
        </p:nvSpPr>
        <p:spPr>
          <a:xfrm>
            <a:off x="8092440" y="253746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D8E4F0"/>
                </a:solidFill>
              </a:rPr>
              <a:t>2-hour remote · On-site within 8 hours if needed</a:t>
            </a:r>
            <a:endParaRPr lang="en-US" sz="900"/>
          </a:p>
        </p:txBody>
      </p:sp>
      <p:sp>
        <p:nvSpPr>
          <p:cNvPr id="95" name="Shape 93"/>
          <p:cNvSpPr/>
          <p:nvPr/>
        </p:nvSpPr>
        <p:spPr>
          <a:xfrm>
            <a:off x="8010144" y="2770635"/>
            <a:ext cx="3611880" cy="425196"/>
          </a:xfrm>
          <a:prstGeom prst="rect">
            <a:avLst/>
          </a:prstGeom>
          <a:solidFill>
            <a:srgbClr val="0F1D30"/>
          </a:solidFill>
          <a:ln w="12700">
            <a:solidFill>
              <a:srgbClr val="0F1D3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6" name="Text 94"/>
          <p:cNvSpPr/>
          <p:nvPr/>
        </p:nvSpPr>
        <p:spPr>
          <a:xfrm>
            <a:off x="8092440" y="2807209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E8B84B"/>
                </a:solidFill>
              </a:rPr>
              <a:t>Onboarding</a:t>
            </a:r>
            <a:endParaRPr lang="en-US" sz="800"/>
          </a:p>
        </p:txBody>
      </p:sp>
      <p:sp>
        <p:nvSpPr>
          <p:cNvPr id="97" name="Text 95"/>
          <p:cNvSpPr/>
          <p:nvPr/>
        </p:nvSpPr>
        <p:spPr>
          <a:xfrm>
            <a:off x="8092440" y="2962657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D8E4F0"/>
                </a:solidFill>
              </a:rPr>
              <a:t>Full Onboarding – Sr.IR Commander assigned, playbooks operationalized + Intel </a:t>
            </a:r>
            <a:r>
              <a:rPr lang="en-US" sz="900" err="1">
                <a:solidFill>
                  <a:srgbClr val="D8E4F0"/>
                </a:solidFill>
              </a:rPr>
              <a:t>footprinting</a:t>
            </a:r>
            <a:r>
              <a:rPr lang="en-US" sz="900">
                <a:solidFill>
                  <a:srgbClr val="D8E4F0"/>
                </a:solidFill>
              </a:rPr>
              <a:t>, architecture reviews, multi-team approach</a:t>
            </a:r>
            <a:endParaRPr lang="en-US" sz="900"/>
          </a:p>
        </p:txBody>
      </p:sp>
      <p:sp>
        <p:nvSpPr>
          <p:cNvPr id="98" name="Shape 96"/>
          <p:cNvSpPr/>
          <p:nvPr/>
        </p:nvSpPr>
        <p:spPr>
          <a:xfrm>
            <a:off x="8010144" y="3195828"/>
            <a:ext cx="3611880" cy="621792"/>
          </a:xfrm>
          <a:prstGeom prst="rect">
            <a:avLst/>
          </a:prstGeom>
          <a:solidFill>
            <a:srgbClr val="0A1B32"/>
          </a:solidFill>
          <a:ln w="12700">
            <a:solidFill>
              <a:srgbClr val="0A1B3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9" name="Text 97"/>
          <p:cNvSpPr/>
          <p:nvPr/>
        </p:nvSpPr>
        <p:spPr>
          <a:xfrm>
            <a:off x="8092440" y="3232404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E8B84B"/>
                </a:solidFill>
              </a:rPr>
              <a:t>Proactive Use</a:t>
            </a:r>
            <a:endParaRPr lang="en-US" sz="800"/>
          </a:p>
        </p:txBody>
      </p:sp>
      <p:sp>
        <p:nvSpPr>
          <p:cNvPr id="100" name="Text 98"/>
          <p:cNvSpPr/>
          <p:nvPr/>
        </p:nvSpPr>
        <p:spPr>
          <a:xfrm>
            <a:off x="8092440" y="346279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D8E4F0"/>
                </a:solidFill>
              </a:rPr>
              <a:t>Yes — expanded: Arch reviews, IR Maturity assessment &amp; roadmap.  Active Threat hunting is a service that can be included as part of this retainer</a:t>
            </a:r>
            <a:endParaRPr lang="en-US" sz="900"/>
          </a:p>
        </p:txBody>
      </p:sp>
      <p:sp>
        <p:nvSpPr>
          <p:cNvPr id="117" name="Shape 115"/>
          <p:cNvSpPr/>
          <p:nvPr/>
        </p:nvSpPr>
        <p:spPr>
          <a:xfrm>
            <a:off x="320040" y="5838444"/>
            <a:ext cx="11521440" cy="402336"/>
          </a:xfrm>
          <a:prstGeom prst="rect">
            <a:avLst/>
          </a:prstGeom>
          <a:solidFill>
            <a:srgbClr val="0C1525"/>
          </a:solidFill>
          <a:ln w="6350">
            <a:solidFill>
              <a:srgbClr val="7A9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20040" y="5838444"/>
            <a:ext cx="45720" cy="402336"/>
          </a:xfrm>
          <a:prstGeom prst="rect">
            <a:avLst/>
          </a:prstGeom>
          <a:solidFill>
            <a:srgbClr val="7A90AA"/>
          </a:solidFill>
          <a:ln w="12700">
            <a:solidFill>
              <a:srgbClr val="7A90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475488" y="58933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1" b="1">
                <a:solidFill>
                  <a:schemeClr val="bg1"/>
                </a:solidFill>
              </a:rPr>
              <a:t>Optional: IR Ready — $400/hr.</a:t>
            </a:r>
            <a:endParaRPr lang="en-US" sz="851">
              <a:solidFill>
                <a:schemeClr val="bg1"/>
              </a:solidFill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3246120" y="5902453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>
                <a:solidFill>
                  <a:schemeClr val="bg1"/>
                </a:solidFill>
              </a:rPr>
              <a:t>No prepaid hours — no pre-negotiated rates and SLA locked in before an incident. Lowest-friction way to sign the master agreement and establish the relationship. Easy upsell path into IR Assist when the client is ready to commit.</a:t>
            </a: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121" name="Shape 11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320040" y="6729984"/>
            <a:ext cx="11521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>
                <a:solidFill>
                  <a:srgbClr val="7A90AA"/>
                </a:solidFill>
              </a:rPr>
              <a:t>Charlotte, NC  |  info@darkstack7.com  |  www.darkstack7.com  |  803-900-4609</a:t>
            </a:r>
            <a:endParaRPr lang="en-US" sz="700"/>
          </a:p>
        </p:txBody>
      </p:sp>
      <p:sp>
        <p:nvSpPr>
          <p:cNvPr id="123" name="Shape 44">
            <a:extLst>
              <a:ext uri="{FF2B5EF4-FFF2-40B4-BE49-F238E27FC236}">
                <a16:creationId xmlns:a16="http://schemas.microsoft.com/office/drawing/2014/main" id="{A68B25E9-EC8B-9A1D-3166-662426D9854A}"/>
              </a:ext>
            </a:extLst>
          </p:cNvPr>
          <p:cNvSpPr/>
          <p:nvPr/>
        </p:nvSpPr>
        <p:spPr>
          <a:xfrm>
            <a:off x="2843784" y="1206884"/>
            <a:ext cx="1060704" cy="18288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4" name="Text 45">
            <a:extLst>
              <a:ext uri="{FF2B5EF4-FFF2-40B4-BE49-F238E27FC236}">
                <a16:creationId xmlns:a16="http://schemas.microsoft.com/office/drawing/2014/main" id="{FBE7EE59-4846-DF8A-24E2-30E3D988141F}"/>
              </a:ext>
            </a:extLst>
          </p:cNvPr>
          <p:cNvSpPr/>
          <p:nvPr/>
        </p:nvSpPr>
        <p:spPr>
          <a:xfrm>
            <a:off x="2843784" y="1223011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0D1526"/>
                </a:solidFill>
              </a:rPr>
              <a:t>BASIC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320040" y="1115570"/>
            <a:ext cx="54864" cy="2692908"/>
          </a:xfrm>
          <a:prstGeom prst="rect">
            <a:avLst/>
          </a:prstGeom>
          <a:solidFill>
            <a:srgbClr val="7A90AA"/>
          </a:solidFill>
          <a:ln w="12700">
            <a:solidFill>
              <a:srgbClr val="7A90A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99CFAD0-DE1E-72B9-39AB-560E66B182C6}"/>
              </a:ext>
            </a:extLst>
          </p:cNvPr>
          <p:cNvSpPr txBox="1"/>
          <p:nvPr/>
        </p:nvSpPr>
        <p:spPr>
          <a:xfrm>
            <a:off x="4142232" y="3948138"/>
            <a:ext cx="3611880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b="1"/>
              <a:t>50-hour</a:t>
            </a:r>
            <a:r>
              <a:rPr lang="en-US" sz="900"/>
              <a:t> package covers small-to-medium sized incidents including ransomware containment and forensic investigation Large or destructive events may require a supplemental SOW:</a:t>
            </a:r>
          </a:p>
          <a:p>
            <a:pPr marL="628612" lvl="1" indent="-171440">
              <a:buFont typeface="Wingdings" panose="05000000000000000000" pitchFamily="2" charset="2"/>
              <a:buChar char="q"/>
            </a:pPr>
            <a:r>
              <a:rPr lang="en-US" sz="900"/>
              <a:t>Package includes all of the IR Assist service plus proactive and advisory services</a:t>
            </a:r>
          </a:p>
          <a:p>
            <a:pPr marL="628612" lvl="1" indent="-171440">
              <a:buFont typeface="Wingdings" panose="05000000000000000000" pitchFamily="2" charset="2"/>
              <a:buChar char="q"/>
            </a:pPr>
            <a:r>
              <a:rPr lang="en-US" sz="900"/>
              <a:t>1x Tabletop Exercise per year </a:t>
            </a:r>
          </a:p>
          <a:p>
            <a:pPr marL="628612" lvl="1" indent="-171440">
              <a:buFont typeface="Wingdings" panose="05000000000000000000" pitchFamily="2" charset="2"/>
              <a:buChar char="q"/>
            </a:pPr>
            <a:r>
              <a:rPr lang="en-US" sz="900"/>
              <a:t>1x Threat Hunt (Threat Defense control testing)</a:t>
            </a:r>
          </a:p>
          <a:p>
            <a:pPr marL="628612" lvl="1" indent="-171440">
              <a:buFont typeface="Wingdings" panose="05000000000000000000" pitchFamily="2" charset="2"/>
              <a:buChar char="q"/>
            </a:pPr>
            <a:r>
              <a:rPr lang="en-US" sz="900"/>
              <a:t>Service Review meeting — 12x per year (Office Hours) </a:t>
            </a:r>
          </a:p>
          <a:p>
            <a:pPr marL="628612" lvl="1" indent="-171440">
              <a:buFont typeface="Wingdings" panose="05000000000000000000" pitchFamily="2" charset="2"/>
              <a:buChar char="q"/>
            </a:pPr>
            <a:r>
              <a:rPr lang="en-US" sz="900"/>
              <a:t>Credentials staged, jump-box deployed if needed, IR playbook co-developed and validated with client team </a:t>
            </a:r>
          </a:p>
          <a:p>
            <a:pPr marL="628612" lvl="1" indent="-171440">
              <a:buFont typeface="Wingdings" panose="05000000000000000000" pitchFamily="2" charset="2"/>
              <a:buChar char="q"/>
            </a:pPr>
            <a:r>
              <a:rPr lang="en-US" sz="900"/>
              <a:t>Response team operates natively within client toolsets; detection rules, SIEM queries, and EDR policies reviewed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FB8A788-C891-A21F-A5DD-BA8C70846C91}"/>
              </a:ext>
            </a:extLst>
          </p:cNvPr>
          <p:cNvSpPr txBox="1"/>
          <p:nvPr/>
        </p:nvSpPr>
        <p:spPr>
          <a:xfrm>
            <a:off x="7987284" y="3961663"/>
            <a:ext cx="3611880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b="1"/>
              <a:t>86-hour</a:t>
            </a:r>
            <a:r>
              <a:rPr lang="en-US" sz="900"/>
              <a:t> package covers small-to-medium sized incidents including ransomware containment and forensic investigation large or destructive events may require a supplemental SOW</a:t>
            </a:r>
          </a:p>
          <a:p>
            <a:pPr marL="628612" lvl="1" indent="-171440">
              <a:buFont typeface="Wingdings" panose="05000000000000000000" pitchFamily="2" charset="2"/>
              <a:buChar char="q"/>
            </a:pPr>
            <a:r>
              <a:rPr lang="en-US" sz="900"/>
              <a:t>Named senior IR lead dedicated to the account — </a:t>
            </a:r>
          </a:p>
          <a:p>
            <a:pPr marL="628612" lvl="1" indent="-171440">
              <a:buFont typeface="Wingdings" panose="05000000000000000000" pitchFamily="2" charset="2"/>
              <a:buChar char="q"/>
            </a:pPr>
            <a:r>
              <a:rPr lang="en-US" sz="900"/>
              <a:t>Full pre-incident onboarding</a:t>
            </a:r>
          </a:p>
          <a:p>
            <a:pPr marL="628612" lvl="1" indent="-171440">
              <a:buFont typeface="Wingdings" panose="05000000000000000000" pitchFamily="2" charset="2"/>
              <a:buChar char="q"/>
            </a:pPr>
            <a:r>
              <a:rPr lang="en-US" sz="900"/>
              <a:t>2x Tabletop Exercises per year </a:t>
            </a:r>
          </a:p>
          <a:p>
            <a:pPr marL="628612" lvl="1" indent="-171440">
              <a:buFont typeface="Wingdings" panose="05000000000000000000" pitchFamily="2" charset="2"/>
              <a:buChar char="q"/>
            </a:pPr>
            <a:r>
              <a:rPr lang="en-US" sz="900"/>
              <a:t>Service Review meeting (1 hr.) — 12x per year (Office Hours) </a:t>
            </a:r>
          </a:p>
          <a:p>
            <a:pPr marL="171440" indent="-171440">
              <a:buFont typeface="Wingdings" panose="05000000000000000000" pitchFamily="2" charset="2"/>
              <a:buChar char="q"/>
            </a:pPr>
            <a:r>
              <a:rPr lang="en-US" sz="900"/>
              <a:t>Velociraptor deployment available for proactive threat hunting</a:t>
            </a:r>
          </a:p>
          <a:p>
            <a:pPr marL="171440" indent="-171440">
              <a:buFont typeface="Wingdings" panose="05000000000000000000" pitchFamily="2" charset="2"/>
              <a:buChar char="q"/>
            </a:pPr>
            <a:r>
              <a:rPr lang="en-US" sz="900"/>
              <a:t>(Additional Options) Annual Senior leadership tabletop exercise to evaluate their role   </a:t>
            </a:r>
          </a:p>
          <a:p>
            <a:pPr marL="171440" indent="-171440">
              <a:buFont typeface="Wingdings" panose="05000000000000000000" pitchFamily="2" charset="2"/>
              <a:buChar char="q"/>
            </a:pPr>
            <a:endParaRPr lang="en-US" sz="90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C99CC25-E39A-E769-EF4A-BFBFDF318BFC}"/>
              </a:ext>
            </a:extLst>
          </p:cNvPr>
          <p:cNvSpPr txBox="1"/>
          <p:nvPr/>
        </p:nvSpPr>
        <p:spPr>
          <a:xfrm>
            <a:off x="396652" y="3951891"/>
            <a:ext cx="3611880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b="1"/>
              <a:t>35-hour</a:t>
            </a:r>
            <a:r>
              <a:rPr lang="en-US" sz="900"/>
              <a:t> package covers small sized computer incidents and investigations (Pre-negotiated hourly rates and response SLA) </a:t>
            </a:r>
          </a:p>
          <a:p>
            <a:pPr marL="628612" lvl="1" indent="-171440">
              <a:buFont typeface="Wingdings" panose="05000000000000000000" pitchFamily="2" charset="2"/>
              <a:buChar char="ü"/>
            </a:pPr>
            <a:r>
              <a:rPr lang="en-US" sz="900"/>
              <a:t>24/7 emergency hotline and designated point of contact </a:t>
            </a:r>
          </a:p>
          <a:p>
            <a:pPr marL="628612" lvl="1" indent="-171440">
              <a:buFont typeface="Wingdings" panose="05000000000000000000" pitchFamily="2" charset="2"/>
              <a:buChar char="ü"/>
            </a:pPr>
            <a:r>
              <a:rPr lang="en-US" sz="900"/>
              <a:t>Client onboarding — network diagram review, key asset inventory, credential staging incident triage and scoping</a:t>
            </a:r>
          </a:p>
          <a:p>
            <a:pPr marL="628612" lvl="1" indent="-171440">
              <a:buFont typeface="Wingdings" panose="05000000000000000000" pitchFamily="2" charset="2"/>
              <a:buChar char="ü"/>
            </a:pPr>
            <a:r>
              <a:rPr lang="en-US" sz="900"/>
              <a:t>First call Triage assessment (True positive vs False Positive), </a:t>
            </a:r>
          </a:p>
          <a:p>
            <a:pPr marL="628612" lvl="1" indent="-171440">
              <a:buFont typeface="Wingdings" panose="05000000000000000000" pitchFamily="2" charset="2"/>
              <a:buChar char="ü"/>
            </a:pPr>
            <a:r>
              <a:rPr lang="en-US" sz="900"/>
              <a:t>Blast radius determination Containment assistance — network isolation, credential reset support, C2 blocking. Basic forensic artifact collection and IOC identification </a:t>
            </a:r>
          </a:p>
          <a:p>
            <a:pPr marL="628612" lvl="1" indent="-171440">
              <a:buFont typeface="Wingdings" panose="05000000000000000000" pitchFamily="2" charset="2"/>
              <a:buChar char="ü"/>
            </a:pPr>
            <a:r>
              <a:rPr lang="en-US" sz="900"/>
              <a:t>Post-incident report with root cause analysis and remediation recommendations </a:t>
            </a:r>
          </a:p>
          <a:p>
            <a:endParaRPr lang="en-US" sz="90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E6334238-B77C-FF05-A713-846864F2F585}"/>
              </a:ext>
            </a:extLst>
          </p:cNvPr>
          <p:cNvSpPr/>
          <p:nvPr/>
        </p:nvSpPr>
        <p:spPr>
          <a:xfrm>
            <a:off x="320040" y="91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FFFFFF"/>
                </a:solidFill>
              </a:rPr>
              <a:t>DARKSTACK</a:t>
            </a:r>
            <a:r>
              <a:rPr lang="en-US" sz="2000" b="1">
                <a:solidFill>
                  <a:srgbClr val="FF0000"/>
                </a:solidFill>
              </a:rPr>
              <a:t>7</a:t>
            </a:r>
            <a:endParaRPr 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24264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6217920" y="274320"/>
            <a:ext cx="5669280" cy="566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1734" y="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Respond.</a:t>
            </a:r>
            <a:endParaRPr lang="en-US" sz="2400"/>
          </a:p>
          <a:p>
            <a:r>
              <a:rPr lang="en-US" sz="2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Before You Need Us.</a:t>
            </a:r>
            <a:endParaRPr lang="en-US" sz="2400"/>
          </a:p>
        </p:txBody>
      </p:sp>
      <p:sp>
        <p:nvSpPr>
          <p:cNvPr id="5" name="Text 2"/>
          <p:cNvSpPr/>
          <p:nvPr/>
        </p:nvSpPr>
        <p:spPr>
          <a:xfrm>
            <a:off x="383063" y="2880360"/>
            <a:ext cx="7389341" cy="502920"/>
          </a:xfrm>
          <a:prstGeom prst="rect">
            <a:avLst/>
          </a:prstGeom>
          <a:solidFill>
            <a:srgbClr val="324264"/>
          </a:solidFill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F97316"/>
                </a:solidFill>
              </a:rPr>
              <a:t>When a breach hits, the cost of waiting is measured in hours — and millions.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881" indent="-342881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E8F4FD"/>
                </a:solidFill>
              </a:rPr>
              <a:t>Emergency IR response — remote or on-site within hours</a:t>
            </a:r>
            <a:endParaRPr lang="en-US" sz="1400"/>
          </a:p>
          <a:p>
            <a:pPr marL="342881" indent="-342881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E8F4FD"/>
                </a:solidFill>
              </a:rPr>
              <a:t>Retainer programs for proactive cyber readiness</a:t>
            </a:r>
            <a:endParaRPr lang="en-US" sz="1400"/>
          </a:p>
          <a:p>
            <a:pPr marL="342881" indent="-342881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E8F4FD"/>
                </a:solidFill>
              </a:rPr>
              <a:t>Tabletop exercises and insider threat investigations</a:t>
            </a:r>
            <a:endParaRPr lang="en-US" sz="1400"/>
          </a:p>
          <a:p>
            <a:pPr marL="342881" indent="-342881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E8F4FD"/>
                </a:solidFill>
              </a:rPr>
              <a:t>Compliance-aligned forensics with board-ready reporting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457200" y="5166360"/>
            <a:ext cx="6217920" cy="1188720"/>
          </a:xfrm>
          <a:prstGeom prst="rect">
            <a:avLst/>
          </a:prstGeom>
          <a:solidFill>
            <a:srgbClr val="0E224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523036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0B4D8"/>
                </a:solidFill>
              </a:rPr>
              <a:t>Get Started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658368" y="55778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94A3B8"/>
                </a:solidFill>
              </a:rPr>
              <a:t>Email: </a:t>
            </a:r>
            <a:r>
              <a:rPr lang="en-US" sz="1300" b="1">
                <a:solidFill>
                  <a:srgbClr val="FFFFFF"/>
                </a:solidFill>
              </a:rPr>
              <a:t>info@darkstack7.com</a:t>
            </a:r>
            <a:r>
              <a:rPr lang="en-US" sz="1300">
                <a:solidFill>
                  <a:srgbClr val="94A3B8"/>
                </a:solidFill>
              </a:rPr>
              <a:t>   |   Web: </a:t>
            </a:r>
            <a:r>
              <a:rPr lang="en-US" sz="1300" b="1">
                <a:solidFill>
                  <a:srgbClr val="FFFFFF"/>
                </a:solidFill>
              </a:rPr>
              <a:t>www.darkstack7.com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658370" y="5943600"/>
            <a:ext cx="4281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>
                <a:solidFill>
                  <a:srgbClr val="94A3B8"/>
                </a:solidFill>
              </a:rPr>
              <a:t>Charlotte, NC  |  Founded 2019  |  Sponsor of the Cyber Security America podcast</a:t>
            </a:r>
            <a:endParaRPr lang="en-US" sz="951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94C364BC-2AF1-1A59-EAB4-1F54E99216A2}"/>
              </a:ext>
            </a:extLst>
          </p:cNvPr>
          <p:cNvSpPr/>
          <p:nvPr/>
        </p:nvSpPr>
        <p:spPr>
          <a:xfrm>
            <a:off x="6833124" y="3794744"/>
            <a:ext cx="5303520" cy="1486619"/>
          </a:xfrm>
          <a:prstGeom prst="rect">
            <a:avLst/>
          </a:prstGeom>
          <a:solidFill>
            <a:srgbClr val="F8FA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2CD78047-E237-AFB7-513B-85B117D16E72}"/>
              </a:ext>
            </a:extLst>
          </p:cNvPr>
          <p:cNvSpPr/>
          <p:nvPr/>
        </p:nvSpPr>
        <p:spPr>
          <a:xfrm>
            <a:off x="6833124" y="3794744"/>
            <a:ext cx="91440" cy="14866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F3DAD81-43E0-2FFB-7DA8-BD380AE84E70}"/>
              </a:ext>
            </a:extLst>
          </p:cNvPr>
          <p:cNvSpPr/>
          <p:nvPr/>
        </p:nvSpPr>
        <p:spPr>
          <a:xfrm>
            <a:off x="7061724" y="3904471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A0F1E"/>
                </a:solidFill>
              </a:rPr>
              <a:t>Joshua R. Nicholson</a:t>
            </a:r>
            <a:endParaRPr lang="en-US" sz="140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57327FA2-5BC0-E729-00A1-AEE280A9C6E4}"/>
              </a:ext>
            </a:extLst>
          </p:cNvPr>
          <p:cNvSpPr/>
          <p:nvPr/>
        </p:nvSpPr>
        <p:spPr>
          <a:xfrm>
            <a:off x="7061724" y="4251943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00B4D8"/>
                </a:solidFill>
              </a:rPr>
              <a:t>President &amp; Chief Security Officer</a:t>
            </a:r>
            <a:endParaRPr lang="en-US" sz="110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BCFDB81E-9DC3-EC7C-1F94-99FBDF9E5BED}"/>
              </a:ext>
            </a:extLst>
          </p:cNvPr>
          <p:cNvSpPr/>
          <p:nvPr/>
        </p:nvSpPr>
        <p:spPr>
          <a:xfrm>
            <a:off x="7052580" y="4351556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75569"/>
                </a:solidFill>
              </a:rPr>
              <a:t>U.S. Marine Corps veteran | 24-year cybersecurity leader</a:t>
            </a:r>
            <a:endParaRPr lang="en-US" sz="1000"/>
          </a:p>
          <a:p>
            <a:r>
              <a:rPr lang="en-US" sz="1000">
                <a:solidFill>
                  <a:srgbClr val="475569"/>
                </a:solidFill>
              </a:rPr>
              <a:t>Booz Allen Hamilton · EY · Wells Fargo · Northrop Grumman</a:t>
            </a:r>
            <a:endParaRPr lang="en-US" sz="1000"/>
          </a:p>
          <a:p>
            <a:r>
              <a:rPr lang="en-US" sz="1000">
                <a:solidFill>
                  <a:srgbClr val="475569"/>
                </a:solidFill>
              </a:rPr>
              <a:t>CISSP · CISM · SANS-GCIH · Incident Response Commander / vCISO</a:t>
            </a:r>
            <a:endParaRPr lang="en-US" sz="100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B1EB883C-BDBC-D631-0077-EB75EFB7011D}"/>
              </a:ext>
            </a:extLst>
          </p:cNvPr>
          <p:cNvSpPr/>
          <p:nvPr/>
        </p:nvSpPr>
        <p:spPr>
          <a:xfrm>
            <a:off x="6827108" y="5365325"/>
            <a:ext cx="5303520" cy="1486619"/>
          </a:xfrm>
          <a:prstGeom prst="rect">
            <a:avLst/>
          </a:prstGeom>
          <a:solidFill>
            <a:srgbClr val="F8FA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4466A5B5-3B83-87A9-5497-8E3FF34A49EE}"/>
              </a:ext>
            </a:extLst>
          </p:cNvPr>
          <p:cNvSpPr/>
          <p:nvPr/>
        </p:nvSpPr>
        <p:spPr>
          <a:xfrm>
            <a:off x="6827108" y="5365325"/>
            <a:ext cx="91440" cy="14866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17D3CEF0-8195-5128-CE47-7BD42C75BBD9}"/>
              </a:ext>
            </a:extLst>
          </p:cNvPr>
          <p:cNvSpPr/>
          <p:nvPr/>
        </p:nvSpPr>
        <p:spPr>
          <a:xfrm>
            <a:off x="7055708" y="5475055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A0F1E"/>
                </a:solidFill>
              </a:rPr>
              <a:t>David Lavinder</a:t>
            </a:r>
            <a:endParaRPr lang="en-US" sz="140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7B9549F5-D0F6-4204-424E-0F976FD703A9}"/>
              </a:ext>
            </a:extLst>
          </p:cNvPr>
          <p:cNvSpPr/>
          <p:nvPr/>
        </p:nvSpPr>
        <p:spPr>
          <a:xfrm>
            <a:off x="7055708" y="5822527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00B4D8"/>
                </a:solidFill>
              </a:rPr>
              <a:t>Partner &amp; Intelligence Advisor</a:t>
            </a:r>
            <a:endParaRPr lang="en-US" sz="110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88EC50E9-B505-7097-76A3-3B409532EFC8}"/>
              </a:ext>
            </a:extLst>
          </p:cNvPr>
          <p:cNvSpPr/>
          <p:nvPr/>
        </p:nvSpPr>
        <p:spPr>
          <a:xfrm>
            <a:off x="7055709" y="5868723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475569"/>
                </a:solidFill>
              </a:rPr>
              <a:t>Lt. Colonel, U.S. Air Force Reserves</a:t>
            </a:r>
            <a:endParaRPr lang="en-US" sz="1000"/>
          </a:p>
          <a:p>
            <a:r>
              <a:rPr lang="en-US" sz="1000">
                <a:solidFill>
                  <a:srgbClr val="475569"/>
                </a:solidFill>
              </a:rPr>
              <a:t>National Security Agency (NSA) · U.S. Intelligence Community</a:t>
            </a:r>
            <a:endParaRPr lang="en-US" sz="1000"/>
          </a:p>
          <a:p>
            <a:r>
              <a:rPr lang="en-US" sz="1000">
                <a:solidFill>
                  <a:srgbClr val="475569"/>
                </a:solidFill>
              </a:rPr>
              <a:t>National-security perspective on cyber ops &amp; resilience</a:t>
            </a:r>
            <a:endParaRPr lang="en-US" sz="10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D8EA777-2BD3-D944-9825-E617B94D0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8285" y="3896003"/>
            <a:ext cx="1061999" cy="13524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3DE96F7-D42D-D07C-5E4F-103B1F0140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2269" y="5502255"/>
            <a:ext cx="1061999" cy="117620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9532D85-B845-671E-DFB6-8921803FDA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1229" y="5273032"/>
            <a:ext cx="1438659" cy="80924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F8FE087-8106-8733-BF82-D50EE8C19BC4}"/>
              </a:ext>
            </a:extLst>
          </p:cNvPr>
          <p:cNvSpPr/>
          <p:nvPr/>
        </p:nvSpPr>
        <p:spPr>
          <a:xfrm>
            <a:off x="5176058" y="6047315"/>
            <a:ext cx="120738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>
                <a:ln w="0"/>
                <a:solidFill>
                  <a:srgbClr val="FF0000"/>
                </a:solidFill>
              </a:rPr>
              <a:t>803-900-4609</a:t>
            </a:r>
          </a:p>
        </p:txBody>
      </p:sp>
    </p:spTree>
    <p:extLst>
      <p:ext uri="{BB962C8B-B14F-4D97-AF65-F5344CB8AC3E}">
        <p14:creationId xmlns:p14="http://schemas.microsoft.com/office/powerpoint/2010/main" val="119444539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1877</Words>
  <Application>Microsoft Office PowerPoint</Application>
  <PresentationFormat>Widescreen</PresentationFormat>
  <Paragraphs>249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Bookman Old Style</vt:lpstr>
      <vt:lpstr>Calibri</vt:lpstr>
      <vt:lpstr>Georgia</vt:lpstr>
      <vt:lpstr>Rockwell</vt:lpstr>
      <vt:lpstr>Wingdings</vt:lpstr>
      <vt:lpstr>Office Theme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Joshua Nicholson</cp:lastModifiedBy>
  <cp:revision>1</cp:revision>
  <cp:lastPrinted>2026-05-03T19:18:16Z</cp:lastPrinted>
  <dcterms:created xsi:type="dcterms:W3CDTF">2026-04-30T20:21:24Z</dcterms:created>
  <dcterms:modified xsi:type="dcterms:W3CDTF">2026-05-08T05:08:07Z</dcterms:modified>
</cp:coreProperties>
</file>